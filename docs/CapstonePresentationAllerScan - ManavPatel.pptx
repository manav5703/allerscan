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D4EB8E-4EAF-4391-B90E-F3A451043EBF}" v="105" dt="2025-11-16T22:09:34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v Patel" userId="d816b7eed49ed037" providerId="LiveId" clId="{04DD1AA9-2A61-4A59-9640-B91B54DDC703}"/>
    <pc:docChg chg="undo custSel addSld delSld modSld">
      <pc:chgData name="Manav Patel" userId="d816b7eed49ed037" providerId="LiveId" clId="{04DD1AA9-2A61-4A59-9640-B91B54DDC703}" dt="2025-11-16T22:09:46.080" v="314" actId="20577"/>
      <pc:docMkLst>
        <pc:docMk/>
      </pc:docMkLst>
      <pc:sldChg chg="addSp delSp modSp mod setBg addAnim delAnim modAnim">
        <pc:chgData name="Manav Patel" userId="d816b7eed49ed037" providerId="LiveId" clId="{04DD1AA9-2A61-4A59-9640-B91B54DDC703}" dt="2025-11-16T21:33:35.264" v="72"/>
        <pc:sldMkLst>
          <pc:docMk/>
          <pc:sldMk cId="2051839371" sldId="256"/>
        </pc:sldMkLst>
        <pc:spChg chg="mod">
          <ac:chgData name="Manav Patel" userId="d816b7eed49ed037" providerId="LiveId" clId="{04DD1AA9-2A61-4A59-9640-B91B54DDC703}" dt="2025-11-16T21:26:29.485" v="68" actId="403"/>
          <ac:spMkLst>
            <pc:docMk/>
            <pc:sldMk cId="2051839371" sldId="256"/>
            <ac:spMk id="2" creationId="{C3D7E010-58A8-CB82-CABB-E3108A344C7A}"/>
          </ac:spMkLst>
        </pc:spChg>
        <pc:spChg chg="mod">
          <ac:chgData name="Manav Patel" userId="d816b7eed49ed037" providerId="LiveId" clId="{04DD1AA9-2A61-4A59-9640-B91B54DDC703}" dt="2025-11-16T21:26:25.486" v="64" actId="403"/>
          <ac:spMkLst>
            <pc:docMk/>
            <pc:sldMk cId="2051839371" sldId="256"/>
            <ac:spMk id="3" creationId="{1377763A-DBBB-6150-0A57-1E7A4D3E64AC}"/>
          </ac:spMkLst>
        </pc:spChg>
        <pc:spChg chg="add del">
          <ac:chgData name="Manav Patel" userId="d816b7eed49ed037" providerId="LiveId" clId="{04DD1AA9-2A61-4A59-9640-B91B54DDC703}" dt="2025-11-16T21:13:54.339" v="3" actId="26606"/>
          <ac:spMkLst>
            <pc:docMk/>
            <pc:sldMk cId="2051839371" sldId="256"/>
            <ac:spMk id="8" creationId="{8C790BE2-4E4F-4AAF-81A2-4A6F4885EBE6}"/>
          </ac:spMkLst>
        </pc:spChg>
        <pc:spChg chg="add del">
          <ac:chgData name="Manav Patel" userId="d816b7eed49ed037" providerId="LiveId" clId="{04DD1AA9-2A61-4A59-9640-B91B54DDC703}" dt="2025-11-16T21:13:54.339" v="3" actId="26606"/>
          <ac:spMkLst>
            <pc:docMk/>
            <pc:sldMk cId="2051839371" sldId="256"/>
            <ac:spMk id="10" creationId="{D28B54C3-B57B-472A-B96E-1FCB67093DC2}"/>
          </ac:spMkLst>
        </pc:spChg>
        <pc:spChg chg="add del">
          <ac:chgData name="Manav Patel" userId="d816b7eed49ed037" providerId="LiveId" clId="{04DD1AA9-2A61-4A59-9640-B91B54DDC703}" dt="2025-11-16T21:13:54.339" v="3" actId="26606"/>
          <ac:spMkLst>
            <pc:docMk/>
            <pc:sldMk cId="2051839371" sldId="256"/>
            <ac:spMk id="12" creationId="{7DB3C429-F8DA-49B9-AF84-21996FCF78B5}"/>
          </ac:spMkLst>
        </pc:spChg>
        <pc:spChg chg="add del">
          <ac:chgData name="Manav Patel" userId="d816b7eed49ed037" providerId="LiveId" clId="{04DD1AA9-2A61-4A59-9640-B91B54DDC703}" dt="2025-11-16T21:13:54.339" v="3" actId="26606"/>
          <ac:spMkLst>
            <pc:docMk/>
            <pc:sldMk cId="2051839371" sldId="256"/>
            <ac:spMk id="14" creationId="{E12088DD-B1AD-40E0-8B86-1D87A2CCD9BE}"/>
          </ac:spMkLst>
        </pc:spChg>
        <pc:spChg chg="add del">
          <ac:chgData name="Manav Patel" userId="d816b7eed49ed037" providerId="LiveId" clId="{04DD1AA9-2A61-4A59-9640-B91B54DDC703}" dt="2025-11-16T21:13:54.339" v="3" actId="26606"/>
          <ac:spMkLst>
            <pc:docMk/>
            <pc:sldMk cId="2051839371" sldId="256"/>
            <ac:spMk id="16" creationId="{C4C9F2B0-1044-46EB-8AEB-C3BFFDE6C2CC}"/>
          </ac:spMkLst>
        </pc:spChg>
        <pc:spChg chg="add del">
          <ac:chgData name="Manav Patel" userId="d816b7eed49ed037" providerId="LiveId" clId="{04DD1AA9-2A61-4A59-9640-B91B54DDC703}" dt="2025-11-16T21:13:54.339" v="3" actId="26606"/>
          <ac:spMkLst>
            <pc:docMk/>
            <pc:sldMk cId="2051839371" sldId="256"/>
            <ac:spMk id="18" creationId="{0C395952-4E26-45A2-8756-2ADFD6E53C6E}"/>
          </ac:spMkLst>
        </pc:spChg>
        <pc:spChg chg="add del">
          <ac:chgData name="Manav Patel" userId="d816b7eed49ed037" providerId="LiveId" clId="{04DD1AA9-2A61-4A59-9640-B91B54DDC703}" dt="2025-11-16T21:13:54.339" v="3" actId="26606"/>
          <ac:spMkLst>
            <pc:docMk/>
            <pc:sldMk cId="2051839371" sldId="256"/>
            <ac:spMk id="20" creationId="{4734BADF-9461-4621-B112-2D7BABEA7DD0}"/>
          </ac:spMkLst>
        </pc:spChg>
        <pc:spChg chg="add del">
          <ac:chgData name="Manav Patel" userId="d816b7eed49ed037" providerId="LiveId" clId="{04DD1AA9-2A61-4A59-9640-B91B54DDC703}" dt="2025-11-16T21:26:17.954" v="55" actId="26606"/>
          <ac:spMkLst>
            <pc:docMk/>
            <pc:sldMk cId="2051839371" sldId="256"/>
            <ac:spMk id="22" creationId="{DA9C8D46-54D8-4DF1-99A2-E651C7B132F4}"/>
          </ac:spMkLst>
        </pc:spChg>
        <pc:spChg chg="add del">
          <ac:chgData name="Manav Patel" userId="d816b7eed49ed037" providerId="LiveId" clId="{04DD1AA9-2A61-4A59-9640-B91B54DDC703}" dt="2025-11-16T21:26:17.954" v="55" actId="26606"/>
          <ac:spMkLst>
            <pc:docMk/>
            <pc:sldMk cId="2051839371" sldId="256"/>
            <ac:spMk id="23" creationId="{9715DAF0-AE1B-46C9-8A6B-DB2AA05AB91D}"/>
          </ac:spMkLst>
        </pc:spChg>
        <pc:spChg chg="add">
          <ac:chgData name="Manav Patel" userId="d816b7eed49ed037" providerId="LiveId" clId="{04DD1AA9-2A61-4A59-9640-B91B54DDC703}" dt="2025-11-16T21:13:54.354" v="4" actId="26606"/>
          <ac:spMkLst>
            <pc:docMk/>
            <pc:sldMk cId="2051839371" sldId="256"/>
            <ac:spMk id="24" creationId="{DE12BF4D-F47A-41C1-85FC-652E412D3B47}"/>
          </ac:spMkLst>
        </pc:spChg>
        <pc:spChg chg="add">
          <ac:chgData name="Manav Patel" userId="d816b7eed49ed037" providerId="LiveId" clId="{04DD1AA9-2A61-4A59-9640-B91B54DDC703}" dt="2025-11-16T21:13:54.354" v="4" actId="26606"/>
          <ac:spMkLst>
            <pc:docMk/>
            <pc:sldMk cId="2051839371" sldId="256"/>
            <ac:spMk id="25" creationId="{AAF055B3-1F95-4ABA-BFE4-A58320A8206E}"/>
          </ac:spMkLst>
        </pc:spChg>
        <pc:spChg chg="add del">
          <ac:chgData name="Manav Patel" userId="d816b7eed49ed037" providerId="LiveId" clId="{04DD1AA9-2A61-4A59-9640-B91B54DDC703}" dt="2025-11-16T21:26:17.954" v="55" actId="26606"/>
          <ac:spMkLst>
            <pc:docMk/>
            <pc:sldMk cId="2051839371" sldId="256"/>
            <ac:spMk id="26" creationId="{65FBF53F-BBBA-4974-AD72-0E8CD294E50F}"/>
          </ac:spMkLst>
        </pc:spChg>
        <pc:spChg chg="add">
          <ac:chgData name="Manav Patel" userId="d816b7eed49ed037" providerId="LiveId" clId="{04DD1AA9-2A61-4A59-9640-B91B54DDC703}" dt="2025-11-16T21:13:54.354" v="4" actId="26606"/>
          <ac:spMkLst>
            <pc:docMk/>
            <pc:sldMk cId="2051839371" sldId="256"/>
            <ac:spMk id="27" creationId="{5A2875D7-3769-4291-959E-9FAD764A760C}"/>
          </ac:spMkLst>
        </pc:spChg>
        <pc:spChg chg="add">
          <ac:chgData name="Manav Patel" userId="d816b7eed49ed037" providerId="LiveId" clId="{04DD1AA9-2A61-4A59-9640-B91B54DDC703}" dt="2025-11-16T21:26:17.954" v="55" actId="26606"/>
          <ac:spMkLst>
            <pc:docMk/>
            <pc:sldMk cId="2051839371" sldId="256"/>
            <ac:spMk id="32" creationId="{8C790BE2-4E4F-4AAF-81A2-4A6F4885EBE6}"/>
          </ac:spMkLst>
        </pc:spChg>
        <pc:spChg chg="add">
          <ac:chgData name="Manav Patel" userId="d816b7eed49ed037" providerId="LiveId" clId="{04DD1AA9-2A61-4A59-9640-B91B54DDC703}" dt="2025-11-16T21:26:17.954" v="55" actId="26606"/>
          <ac:spMkLst>
            <pc:docMk/>
            <pc:sldMk cId="2051839371" sldId="256"/>
            <ac:spMk id="34" creationId="{D28B54C3-B57B-472A-B96E-1FCB67093DC2}"/>
          </ac:spMkLst>
        </pc:spChg>
        <pc:spChg chg="add">
          <ac:chgData name="Manav Patel" userId="d816b7eed49ed037" providerId="LiveId" clId="{04DD1AA9-2A61-4A59-9640-B91B54DDC703}" dt="2025-11-16T21:26:17.954" v="55" actId="26606"/>
          <ac:spMkLst>
            <pc:docMk/>
            <pc:sldMk cId="2051839371" sldId="256"/>
            <ac:spMk id="36" creationId="{7DB3C429-F8DA-49B9-AF84-21996FCF78B5}"/>
          </ac:spMkLst>
        </pc:spChg>
        <pc:spChg chg="add">
          <ac:chgData name="Manav Patel" userId="d816b7eed49ed037" providerId="LiveId" clId="{04DD1AA9-2A61-4A59-9640-B91B54DDC703}" dt="2025-11-16T21:26:17.954" v="55" actId="26606"/>
          <ac:spMkLst>
            <pc:docMk/>
            <pc:sldMk cId="2051839371" sldId="256"/>
            <ac:spMk id="38" creationId="{E12088DD-B1AD-40E0-8B86-1D87A2CCD9BE}"/>
          </ac:spMkLst>
        </pc:spChg>
        <pc:spChg chg="add">
          <ac:chgData name="Manav Patel" userId="d816b7eed49ed037" providerId="LiveId" clId="{04DD1AA9-2A61-4A59-9640-B91B54DDC703}" dt="2025-11-16T21:26:17.954" v="55" actId="26606"/>
          <ac:spMkLst>
            <pc:docMk/>
            <pc:sldMk cId="2051839371" sldId="256"/>
            <ac:spMk id="40" creationId="{C4C9F2B0-1044-46EB-8AEB-C3BFFDE6C2CC}"/>
          </ac:spMkLst>
        </pc:spChg>
        <pc:spChg chg="add">
          <ac:chgData name="Manav Patel" userId="d816b7eed49ed037" providerId="LiveId" clId="{04DD1AA9-2A61-4A59-9640-B91B54DDC703}" dt="2025-11-16T21:26:17.954" v="55" actId="26606"/>
          <ac:spMkLst>
            <pc:docMk/>
            <pc:sldMk cId="2051839371" sldId="256"/>
            <ac:spMk id="44" creationId="{4734BADF-9461-4621-B112-2D7BABEA7DD0}"/>
          </ac:spMkLst>
        </pc:spChg>
      </pc:sldChg>
      <pc:sldChg chg="addSp delSp modSp del mod setBg">
        <pc:chgData name="Manav Patel" userId="d816b7eed49ed037" providerId="LiveId" clId="{04DD1AA9-2A61-4A59-9640-B91B54DDC703}" dt="2025-11-16T22:05:04.202" v="180" actId="2696"/>
        <pc:sldMkLst>
          <pc:docMk/>
          <pc:sldMk cId="1591331002" sldId="257"/>
        </pc:sldMkLst>
        <pc:spChg chg="mod">
          <ac:chgData name="Manav Patel" userId="d816b7eed49ed037" providerId="LiveId" clId="{04DD1AA9-2A61-4A59-9640-B91B54DDC703}" dt="2025-11-16T21:14:41.627" v="11" actId="26606"/>
          <ac:spMkLst>
            <pc:docMk/>
            <pc:sldMk cId="1591331002" sldId="257"/>
            <ac:spMk id="2" creationId="{2B8E44C4-55F7-76D4-D0B7-D9F76326C3CD}"/>
          </ac:spMkLst>
        </pc:spChg>
        <pc:spChg chg="mod">
          <ac:chgData name="Manav Patel" userId="d816b7eed49ed037" providerId="LiveId" clId="{04DD1AA9-2A61-4A59-9640-B91B54DDC703}" dt="2025-11-16T21:14:41.627" v="11" actId="26606"/>
          <ac:spMkLst>
            <pc:docMk/>
            <pc:sldMk cId="1591331002" sldId="257"/>
            <ac:spMk id="3" creationId="{E3B2AC14-3A09-91E7-688A-CD6422F376E6}"/>
          </ac:spMkLst>
        </pc:spChg>
        <pc:spChg chg="add">
          <ac:chgData name="Manav Patel" userId="d816b7eed49ed037" providerId="LiveId" clId="{04DD1AA9-2A61-4A59-9640-B91B54DDC703}" dt="2025-11-16T21:14:41.627" v="11" actId="26606"/>
          <ac:spMkLst>
            <pc:docMk/>
            <pc:sldMk cId="1591331002" sldId="257"/>
            <ac:spMk id="9" creationId="{C0763A76-9F1C-4FC5-82B7-DD475DA461B2}"/>
          </ac:spMkLst>
        </pc:spChg>
        <pc:spChg chg="add">
          <ac:chgData name="Manav Patel" userId="d816b7eed49ed037" providerId="LiveId" clId="{04DD1AA9-2A61-4A59-9640-B91B54DDC703}" dt="2025-11-16T21:14:41.627" v="11" actId="26606"/>
          <ac:spMkLst>
            <pc:docMk/>
            <pc:sldMk cId="1591331002" sldId="257"/>
            <ac:spMk id="11" creationId="{E81BF4F6-F2CF-4984-9D14-D6966D92F99F}"/>
          </ac:spMkLst>
        </pc:spChg>
        <pc:picChg chg="add del">
          <ac:chgData name="Manav Patel" userId="d816b7eed49ed037" providerId="LiveId" clId="{04DD1AA9-2A61-4A59-9640-B91B54DDC703}" dt="2025-11-16T22:03:34.804" v="134" actId="478"/>
          <ac:picMkLst>
            <pc:docMk/>
            <pc:sldMk cId="1591331002" sldId="257"/>
            <ac:picMk id="5" creationId="{46832E1D-1D4E-6F70-3727-10B7799205B3}"/>
          </ac:picMkLst>
        </pc:picChg>
      </pc:sldChg>
      <pc:sldChg chg="addSp delSp modSp mod setBg">
        <pc:chgData name="Manav Patel" userId="d816b7eed49ed037" providerId="LiveId" clId="{04DD1AA9-2A61-4A59-9640-B91B54DDC703}" dt="2025-11-16T21:34:18.560" v="81"/>
        <pc:sldMkLst>
          <pc:docMk/>
          <pc:sldMk cId="307802986" sldId="258"/>
        </pc:sldMkLst>
        <pc:spChg chg="mod">
          <ac:chgData name="Manav Patel" userId="d816b7eed49ed037" providerId="LiveId" clId="{04DD1AA9-2A61-4A59-9640-B91B54DDC703}" dt="2025-11-16T21:15:23.034" v="12" actId="26606"/>
          <ac:spMkLst>
            <pc:docMk/>
            <pc:sldMk cId="307802986" sldId="258"/>
            <ac:spMk id="2" creationId="{9F25F1C8-6609-3150-7597-086F4190DAE6}"/>
          </ac:spMkLst>
        </pc:spChg>
        <pc:spChg chg="del">
          <ac:chgData name="Manav Patel" userId="d816b7eed49ed037" providerId="LiveId" clId="{04DD1AA9-2A61-4A59-9640-B91B54DDC703}" dt="2025-11-16T21:15:23.034" v="12" actId="26606"/>
          <ac:spMkLst>
            <pc:docMk/>
            <pc:sldMk cId="307802986" sldId="258"/>
            <ac:spMk id="3" creationId="{1D8EF85F-F4FB-03A1-649F-7AC7E1BE8A5C}"/>
          </ac:spMkLst>
        </pc:spChg>
        <pc:spChg chg="add">
          <ac:chgData name="Manav Patel" userId="d816b7eed49ed037" providerId="LiveId" clId="{04DD1AA9-2A61-4A59-9640-B91B54DDC703}" dt="2025-11-16T21:15:23.034" v="12" actId="26606"/>
          <ac:spMkLst>
            <pc:docMk/>
            <pc:sldMk cId="307802986" sldId="258"/>
            <ac:spMk id="9" creationId="{BACC6370-2D7E-4714-9D71-7542949D7D5D}"/>
          </ac:spMkLst>
        </pc:spChg>
        <pc:spChg chg="add">
          <ac:chgData name="Manav Patel" userId="d816b7eed49ed037" providerId="LiveId" clId="{04DD1AA9-2A61-4A59-9640-B91B54DDC703}" dt="2025-11-16T21:15:23.034" v="12" actId="26606"/>
          <ac:spMkLst>
            <pc:docMk/>
            <pc:sldMk cId="307802986" sldId="258"/>
            <ac:spMk id="11" creationId="{256B2C21-A230-48C0-8DF1-C46611373C44}"/>
          </ac:spMkLst>
        </pc:spChg>
        <pc:spChg chg="add">
          <ac:chgData name="Manav Patel" userId="d816b7eed49ed037" providerId="LiveId" clId="{04DD1AA9-2A61-4A59-9640-B91B54DDC703}" dt="2025-11-16T21:15:23.034" v="12" actId="26606"/>
          <ac:spMkLst>
            <pc:docMk/>
            <pc:sldMk cId="307802986" sldId="258"/>
            <ac:spMk id="13" creationId="{3847E18C-932D-4C95-AABA-FEC7C9499AD7}"/>
          </ac:spMkLst>
        </pc:spChg>
        <pc:spChg chg="add">
          <ac:chgData name="Manav Patel" userId="d816b7eed49ed037" providerId="LiveId" clId="{04DD1AA9-2A61-4A59-9640-B91B54DDC703}" dt="2025-11-16T21:15:23.034" v="12" actId="26606"/>
          <ac:spMkLst>
            <pc:docMk/>
            <pc:sldMk cId="307802986" sldId="258"/>
            <ac:spMk id="15" creationId="{3150CB11-0C61-439E-910F-5787759E72A0}"/>
          </ac:spMkLst>
        </pc:spChg>
        <pc:spChg chg="add">
          <ac:chgData name="Manav Patel" userId="d816b7eed49ed037" providerId="LiveId" clId="{04DD1AA9-2A61-4A59-9640-B91B54DDC703}" dt="2025-11-16T21:15:23.034" v="12" actId="26606"/>
          <ac:spMkLst>
            <pc:docMk/>
            <pc:sldMk cId="307802986" sldId="258"/>
            <ac:spMk id="17" creationId="{43F8A58B-5155-44CE-A5FF-7647B47D0A7A}"/>
          </ac:spMkLst>
        </pc:spChg>
        <pc:spChg chg="add">
          <ac:chgData name="Manav Patel" userId="d816b7eed49ed037" providerId="LiveId" clId="{04DD1AA9-2A61-4A59-9640-B91B54DDC703}" dt="2025-11-16T21:15:23.034" v="12" actId="26606"/>
          <ac:spMkLst>
            <pc:docMk/>
            <pc:sldMk cId="307802986" sldId="258"/>
            <ac:spMk id="19" creationId="{443F2ACA-E6D6-4028-82DD-F03C262D5DE6}"/>
          </ac:spMkLst>
        </pc:spChg>
        <pc:graphicFrameChg chg="add mod">
          <ac:chgData name="Manav Patel" userId="d816b7eed49ed037" providerId="LiveId" clId="{04DD1AA9-2A61-4A59-9640-B91B54DDC703}" dt="2025-11-16T21:34:18.560" v="81"/>
          <ac:graphicFrameMkLst>
            <pc:docMk/>
            <pc:sldMk cId="307802986" sldId="258"/>
            <ac:graphicFrameMk id="5" creationId="{A13CA52A-3AA1-DEB6-D82B-97C84A6C4CCF}"/>
          </ac:graphicFrameMkLst>
        </pc:graphicFrameChg>
      </pc:sldChg>
      <pc:sldChg chg="addSp delSp modSp mod">
        <pc:chgData name="Manav Patel" userId="d816b7eed49ed037" providerId="LiveId" clId="{04DD1AA9-2A61-4A59-9640-B91B54DDC703}" dt="2025-11-16T22:06:35.268" v="190" actId="113"/>
        <pc:sldMkLst>
          <pc:docMk/>
          <pc:sldMk cId="2042812829" sldId="259"/>
        </pc:sldMkLst>
        <pc:spChg chg="del">
          <ac:chgData name="Manav Patel" userId="d816b7eed49ed037" providerId="LiveId" clId="{04DD1AA9-2A61-4A59-9640-B91B54DDC703}" dt="2025-11-16T21:15:48.436" v="13" actId="26606"/>
          <ac:spMkLst>
            <pc:docMk/>
            <pc:sldMk cId="2042812829" sldId="259"/>
            <ac:spMk id="3" creationId="{641D12AD-E1AE-E899-EBD9-FDF2809CDBBB}"/>
          </ac:spMkLst>
        </pc:spChg>
        <pc:graphicFrameChg chg="add mod">
          <ac:chgData name="Manav Patel" userId="d816b7eed49ed037" providerId="LiveId" clId="{04DD1AA9-2A61-4A59-9640-B91B54DDC703}" dt="2025-11-16T22:06:35.268" v="190" actId="113"/>
          <ac:graphicFrameMkLst>
            <pc:docMk/>
            <pc:sldMk cId="2042812829" sldId="259"/>
            <ac:graphicFrameMk id="5" creationId="{F2100A73-B752-9B61-C16F-4CBC22C381DE}"/>
          </ac:graphicFrameMkLst>
        </pc:graphicFrameChg>
        <pc:picChg chg="add del mod">
          <ac:chgData name="Manav Patel" userId="d816b7eed49ed037" providerId="LiveId" clId="{04DD1AA9-2A61-4A59-9640-B91B54DDC703}" dt="2025-11-16T21:36:57.113" v="89" actId="478"/>
          <ac:picMkLst>
            <pc:docMk/>
            <pc:sldMk cId="2042812829" sldId="259"/>
            <ac:picMk id="6" creationId="{A6F15B09-2761-BAA6-828E-0C6058FDB935}"/>
          </ac:picMkLst>
        </pc:picChg>
      </pc:sldChg>
      <pc:sldChg chg="addSp delSp modSp mod">
        <pc:chgData name="Manav Patel" userId="d816b7eed49ed037" providerId="LiveId" clId="{04DD1AA9-2A61-4A59-9640-B91B54DDC703}" dt="2025-11-16T22:07:35.039" v="199" actId="12"/>
        <pc:sldMkLst>
          <pc:docMk/>
          <pc:sldMk cId="2082375947" sldId="260"/>
        </pc:sldMkLst>
        <pc:spChg chg="add del">
          <ac:chgData name="Manav Patel" userId="d816b7eed49ed037" providerId="LiveId" clId="{04DD1AA9-2A61-4A59-9640-B91B54DDC703}" dt="2025-11-16T21:16:27.758" v="16" actId="26606"/>
          <ac:spMkLst>
            <pc:docMk/>
            <pc:sldMk cId="2082375947" sldId="260"/>
            <ac:spMk id="3" creationId="{C7480AC7-1EBC-4E74-6B61-1B0924F9EA64}"/>
          </ac:spMkLst>
        </pc:spChg>
        <pc:graphicFrameChg chg="add del">
          <ac:chgData name="Manav Patel" userId="d816b7eed49ed037" providerId="LiveId" clId="{04DD1AA9-2A61-4A59-9640-B91B54DDC703}" dt="2025-11-16T21:16:27.724" v="15" actId="26606"/>
          <ac:graphicFrameMkLst>
            <pc:docMk/>
            <pc:sldMk cId="2082375947" sldId="260"/>
            <ac:graphicFrameMk id="5" creationId="{5FA713CE-F4B1-6B38-13B5-8DC27E4BB4B4}"/>
          </ac:graphicFrameMkLst>
        </pc:graphicFrameChg>
        <pc:graphicFrameChg chg="add mod modGraphic">
          <ac:chgData name="Manav Patel" userId="d816b7eed49ed037" providerId="LiveId" clId="{04DD1AA9-2A61-4A59-9640-B91B54DDC703}" dt="2025-11-16T22:07:35.039" v="199" actId="12"/>
          <ac:graphicFrameMkLst>
            <pc:docMk/>
            <pc:sldMk cId="2082375947" sldId="260"/>
            <ac:graphicFrameMk id="7" creationId="{0739FF55-7E5B-C147-BD90-8FEA2369AF53}"/>
          </ac:graphicFrameMkLst>
        </pc:graphicFrameChg>
      </pc:sldChg>
      <pc:sldChg chg="addSp delSp modSp mod setBg">
        <pc:chgData name="Manav Patel" userId="d816b7eed49ed037" providerId="LiveId" clId="{04DD1AA9-2A61-4A59-9640-B91B54DDC703}" dt="2025-11-16T22:08:07.200" v="267" actId="20577"/>
        <pc:sldMkLst>
          <pc:docMk/>
          <pc:sldMk cId="1057589944" sldId="261"/>
        </pc:sldMkLst>
        <pc:spChg chg="mod">
          <ac:chgData name="Manav Patel" userId="d816b7eed49ed037" providerId="LiveId" clId="{04DD1AA9-2A61-4A59-9640-B91B54DDC703}" dt="2025-11-16T21:17:52.090" v="20" actId="26606"/>
          <ac:spMkLst>
            <pc:docMk/>
            <pc:sldMk cId="1057589944" sldId="261"/>
            <ac:spMk id="2" creationId="{BF4CFB31-0BF4-F293-548D-273C6DFB3FA9}"/>
          </ac:spMkLst>
        </pc:spChg>
        <pc:spChg chg="add del">
          <ac:chgData name="Manav Patel" userId="d816b7eed49ed037" providerId="LiveId" clId="{04DD1AA9-2A61-4A59-9640-B91B54DDC703}" dt="2025-11-16T21:17:52.159" v="21" actId="26606"/>
          <ac:spMkLst>
            <pc:docMk/>
            <pc:sldMk cId="1057589944" sldId="261"/>
            <ac:spMk id="3" creationId="{3E7300E2-F5AA-6734-CCCE-73CD7A63E421}"/>
          </ac:spMkLst>
        </pc:spChg>
        <pc:spChg chg="add del">
          <ac:chgData name="Manav Patel" userId="d816b7eed49ed037" providerId="LiveId" clId="{04DD1AA9-2A61-4A59-9640-B91B54DDC703}" dt="2025-11-16T21:16:54.156" v="18" actId="26606"/>
          <ac:spMkLst>
            <pc:docMk/>
            <pc:sldMk cId="1057589944" sldId="261"/>
            <ac:spMk id="9" creationId="{BACC6370-2D7E-4714-9D71-7542949D7D5D}"/>
          </ac:spMkLst>
        </pc:spChg>
        <pc:spChg chg="add del">
          <ac:chgData name="Manav Patel" userId="d816b7eed49ed037" providerId="LiveId" clId="{04DD1AA9-2A61-4A59-9640-B91B54DDC703}" dt="2025-11-16T21:16:54.156" v="18" actId="26606"/>
          <ac:spMkLst>
            <pc:docMk/>
            <pc:sldMk cId="1057589944" sldId="261"/>
            <ac:spMk id="11" creationId="{F68B3F68-107C-434F-AA38-110D5EA91B85}"/>
          </ac:spMkLst>
        </pc:spChg>
        <pc:spChg chg="add del">
          <ac:chgData name="Manav Patel" userId="d816b7eed49ed037" providerId="LiveId" clId="{04DD1AA9-2A61-4A59-9640-B91B54DDC703}" dt="2025-11-16T21:16:54.156" v="18" actId="26606"/>
          <ac:spMkLst>
            <pc:docMk/>
            <pc:sldMk cId="1057589944" sldId="261"/>
            <ac:spMk id="13" creationId="{AAD0DBB9-1A4B-4391-81D4-CB19F9AB918A}"/>
          </ac:spMkLst>
        </pc:spChg>
        <pc:spChg chg="add del">
          <ac:chgData name="Manav Patel" userId="d816b7eed49ed037" providerId="LiveId" clId="{04DD1AA9-2A61-4A59-9640-B91B54DDC703}" dt="2025-11-16T21:16:54.156" v="18" actId="26606"/>
          <ac:spMkLst>
            <pc:docMk/>
            <pc:sldMk cId="1057589944" sldId="261"/>
            <ac:spMk id="15" creationId="{063BBA22-50EA-4C4D-BE05-F1CE4E63AA56}"/>
          </ac:spMkLst>
        </pc:spChg>
        <pc:spChg chg="add del">
          <ac:chgData name="Manav Patel" userId="d816b7eed49ed037" providerId="LiveId" clId="{04DD1AA9-2A61-4A59-9640-B91B54DDC703}" dt="2025-11-16T21:17:52.090" v="20" actId="26606"/>
          <ac:spMkLst>
            <pc:docMk/>
            <pc:sldMk cId="1057589944" sldId="261"/>
            <ac:spMk id="17" creationId="{AE2B703B-46F9-481A-A605-82E2A828C4FA}"/>
          </ac:spMkLst>
        </pc:spChg>
        <pc:spChg chg="add del">
          <ac:chgData name="Manav Patel" userId="d816b7eed49ed037" providerId="LiveId" clId="{04DD1AA9-2A61-4A59-9640-B91B54DDC703}" dt="2025-11-16T21:17:52.090" v="20" actId="26606"/>
          <ac:spMkLst>
            <pc:docMk/>
            <pc:sldMk cId="1057589944" sldId="261"/>
            <ac:spMk id="18" creationId="{F13BE4D7-0C3D-4906-B230-A1C5B4665CCF}"/>
          </ac:spMkLst>
        </pc:spChg>
        <pc:graphicFrameChg chg="add del">
          <ac:chgData name="Manav Patel" userId="d816b7eed49ed037" providerId="LiveId" clId="{04DD1AA9-2A61-4A59-9640-B91B54DDC703}" dt="2025-11-16T21:16:54.156" v="18" actId="26606"/>
          <ac:graphicFrameMkLst>
            <pc:docMk/>
            <pc:sldMk cId="1057589944" sldId="261"/>
            <ac:graphicFrameMk id="5" creationId="{81518159-14A0-3BFD-7DEC-56814C9274EF}"/>
          </ac:graphicFrameMkLst>
        </pc:graphicFrameChg>
        <pc:graphicFrameChg chg="add del">
          <ac:chgData name="Manav Patel" userId="d816b7eed49ed037" providerId="LiveId" clId="{04DD1AA9-2A61-4A59-9640-B91B54DDC703}" dt="2025-11-16T21:17:52.090" v="20" actId="26606"/>
          <ac:graphicFrameMkLst>
            <pc:docMk/>
            <pc:sldMk cId="1057589944" sldId="261"/>
            <ac:graphicFrameMk id="19" creationId="{030BB25E-BC52-D7BC-4EA4-BB77F773BB66}"/>
          </ac:graphicFrameMkLst>
        </pc:graphicFrameChg>
        <pc:graphicFrameChg chg="add mod modGraphic">
          <ac:chgData name="Manav Patel" userId="d816b7eed49ed037" providerId="LiveId" clId="{04DD1AA9-2A61-4A59-9640-B91B54DDC703}" dt="2025-11-16T22:08:07.200" v="267" actId="20577"/>
          <ac:graphicFrameMkLst>
            <pc:docMk/>
            <pc:sldMk cId="1057589944" sldId="261"/>
            <ac:graphicFrameMk id="21" creationId="{BC0BE056-602E-EA25-B687-2BCEFD0C4551}"/>
          </ac:graphicFrameMkLst>
        </pc:graphicFrameChg>
      </pc:sldChg>
      <pc:sldChg chg="addSp delSp modSp mod setBg">
        <pc:chgData name="Manav Patel" userId="d816b7eed49ed037" providerId="LiveId" clId="{04DD1AA9-2A61-4A59-9640-B91B54DDC703}" dt="2025-11-16T21:52:54.661" v="108"/>
        <pc:sldMkLst>
          <pc:docMk/>
          <pc:sldMk cId="1358724100" sldId="262"/>
        </pc:sldMkLst>
        <pc:spChg chg="mod">
          <ac:chgData name="Manav Patel" userId="d816b7eed49ed037" providerId="LiveId" clId="{04DD1AA9-2A61-4A59-9640-B91B54DDC703}" dt="2025-11-16T21:18:02.322" v="22" actId="26606"/>
          <ac:spMkLst>
            <pc:docMk/>
            <pc:sldMk cId="1358724100" sldId="262"/>
            <ac:spMk id="2" creationId="{76363BC8-9D8D-2237-B736-F9DDDA936F93}"/>
          </ac:spMkLst>
        </pc:spChg>
        <pc:spChg chg="del">
          <ac:chgData name="Manav Patel" userId="d816b7eed49ed037" providerId="LiveId" clId="{04DD1AA9-2A61-4A59-9640-B91B54DDC703}" dt="2025-11-16T21:18:02.322" v="22" actId="26606"/>
          <ac:spMkLst>
            <pc:docMk/>
            <pc:sldMk cId="1358724100" sldId="262"/>
            <ac:spMk id="3" creationId="{ABCD5F88-96C8-2836-24FC-8ABD98260519}"/>
          </ac:spMkLst>
        </pc:spChg>
        <pc:spChg chg="add">
          <ac:chgData name="Manav Patel" userId="d816b7eed49ed037" providerId="LiveId" clId="{04DD1AA9-2A61-4A59-9640-B91B54DDC703}" dt="2025-11-16T21:18:02.322" v="22" actId="26606"/>
          <ac:spMkLst>
            <pc:docMk/>
            <pc:sldMk cId="1358724100" sldId="262"/>
            <ac:spMk id="9" creationId="{BACC6370-2D7E-4714-9D71-7542949D7D5D}"/>
          </ac:spMkLst>
        </pc:spChg>
        <pc:spChg chg="add">
          <ac:chgData name="Manav Patel" userId="d816b7eed49ed037" providerId="LiveId" clId="{04DD1AA9-2A61-4A59-9640-B91B54DDC703}" dt="2025-11-16T21:18:02.322" v="22" actId="26606"/>
          <ac:spMkLst>
            <pc:docMk/>
            <pc:sldMk cId="1358724100" sldId="262"/>
            <ac:spMk id="11" creationId="{F68B3F68-107C-434F-AA38-110D5EA91B85}"/>
          </ac:spMkLst>
        </pc:spChg>
        <pc:spChg chg="add">
          <ac:chgData name="Manav Patel" userId="d816b7eed49ed037" providerId="LiveId" clId="{04DD1AA9-2A61-4A59-9640-B91B54DDC703}" dt="2025-11-16T21:18:02.322" v="22" actId="26606"/>
          <ac:spMkLst>
            <pc:docMk/>
            <pc:sldMk cId="1358724100" sldId="262"/>
            <ac:spMk id="13" creationId="{AAD0DBB9-1A4B-4391-81D4-CB19F9AB918A}"/>
          </ac:spMkLst>
        </pc:spChg>
        <pc:spChg chg="add">
          <ac:chgData name="Manav Patel" userId="d816b7eed49ed037" providerId="LiveId" clId="{04DD1AA9-2A61-4A59-9640-B91B54DDC703}" dt="2025-11-16T21:18:02.322" v="22" actId="26606"/>
          <ac:spMkLst>
            <pc:docMk/>
            <pc:sldMk cId="1358724100" sldId="262"/>
            <ac:spMk id="15" creationId="{063BBA22-50EA-4C4D-BE05-F1CE4E63AA56}"/>
          </ac:spMkLst>
        </pc:spChg>
        <pc:graphicFrameChg chg="add mod">
          <ac:chgData name="Manav Patel" userId="d816b7eed49ed037" providerId="LiveId" clId="{04DD1AA9-2A61-4A59-9640-B91B54DDC703}" dt="2025-11-16T21:52:54.661" v="108"/>
          <ac:graphicFrameMkLst>
            <pc:docMk/>
            <pc:sldMk cId="1358724100" sldId="262"/>
            <ac:graphicFrameMk id="5" creationId="{16A216D1-5B2E-1C0B-165D-5B94A846422B}"/>
          </ac:graphicFrameMkLst>
        </pc:graphicFrameChg>
      </pc:sldChg>
      <pc:sldChg chg="addSp delSp modSp mod setBg">
        <pc:chgData name="Manav Patel" userId="d816b7eed49ed037" providerId="LiveId" clId="{04DD1AA9-2A61-4A59-9640-B91B54DDC703}" dt="2025-11-16T22:08:32.686" v="272" actId="20577"/>
        <pc:sldMkLst>
          <pc:docMk/>
          <pc:sldMk cId="1380001667" sldId="263"/>
        </pc:sldMkLst>
        <pc:spChg chg="mod">
          <ac:chgData name="Manav Patel" userId="d816b7eed49ed037" providerId="LiveId" clId="{04DD1AA9-2A61-4A59-9640-B91B54DDC703}" dt="2025-11-16T21:19:06.104" v="29" actId="26606"/>
          <ac:spMkLst>
            <pc:docMk/>
            <pc:sldMk cId="1380001667" sldId="263"/>
            <ac:spMk id="2" creationId="{403ACD27-0A18-0F64-4A8B-FCDBC66DEB13}"/>
          </ac:spMkLst>
        </pc:spChg>
        <pc:spChg chg="add del">
          <ac:chgData name="Manav Patel" userId="d816b7eed49ed037" providerId="LiveId" clId="{04DD1AA9-2A61-4A59-9640-B91B54DDC703}" dt="2025-11-16T21:19:06.104" v="29" actId="26606"/>
          <ac:spMkLst>
            <pc:docMk/>
            <pc:sldMk cId="1380001667" sldId="263"/>
            <ac:spMk id="3" creationId="{30099354-6F5D-04EB-A529-48E60907376B}"/>
          </ac:spMkLst>
        </pc:spChg>
        <pc:spChg chg="add del">
          <ac:chgData name="Manav Patel" userId="d816b7eed49ed037" providerId="LiveId" clId="{04DD1AA9-2A61-4A59-9640-B91B54DDC703}" dt="2025-11-16T21:18:57.725" v="24" actId="26606"/>
          <ac:spMkLst>
            <pc:docMk/>
            <pc:sldMk cId="1380001667" sldId="263"/>
            <ac:spMk id="9" creationId="{7517A47C-B2E5-4B79-8061-D74B1311AF6E}"/>
          </ac:spMkLst>
        </pc:spChg>
        <pc:spChg chg="add del">
          <ac:chgData name="Manav Patel" userId="d816b7eed49ed037" providerId="LiveId" clId="{04DD1AA9-2A61-4A59-9640-B91B54DDC703}" dt="2025-11-16T21:19:03.065" v="26" actId="26606"/>
          <ac:spMkLst>
            <pc:docMk/>
            <pc:sldMk cId="1380001667" sldId="263"/>
            <ac:spMk id="10" creationId="{B50AB553-2A96-4A92-96F2-93548E096954}"/>
          </ac:spMkLst>
        </pc:spChg>
        <pc:spChg chg="add del">
          <ac:chgData name="Manav Patel" userId="d816b7eed49ed037" providerId="LiveId" clId="{04DD1AA9-2A61-4A59-9640-B91B54DDC703}" dt="2025-11-16T21:18:57.725" v="24" actId="26606"/>
          <ac:spMkLst>
            <pc:docMk/>
            <pc:sldMk cId="1380001667" sldId="263"/>
            <ac:spMk id="11" creationId="{C505E780-2083-4CB5-A42A-5E0E2908ECC3}"/>
          </ac:spMkLst>
        </pc:spChg>
        <pc:spChg chg="add del">
          <ac:chgData name="Manav Patel" userId="d816b7eed49ed037" providerId="LiveId" clId="{04DD1AA9-2A61-4A59-9640-B91B54DDC703}" dt="2025-11-16T21:18:57.725" v="24" actId="26606"/>
          <ac:spMkLst>
            <pc:docMk/>
            <pc:sldMk cId="1380001667" sldId="263"/>
            <ac:spMk id="13" creationId="{D2C0AE1C-0118-41AE-8A10-7CDCBF10E96F}"/>
          </ac:spMkLst>
        </pc:spChg>
        <pc:spChg chg="add del">
          <ac:chgData name="Manav Patel" userId="d816b7eed49ed037" providerId="LiveId" clId="{04DD1AA9-2A61-4A59-9640-B91B54DDC703}" dt="2025-11-16T21:18:57.725" v="24" actId="26606"/>
          <ac:spMkLst>
            <pc:docMk/>
            <pc:sldMk cId="1380001667" sldId="263"/>
            <ac:spMk id="15" creationId="{463EEC44-1BA3-44ED-81FC-A644B04B2A44}"/>
          </ac:spMkLst>
        </pc:spChg>
        <pc:spChg chg="add del">
          <ac:chgData name="Manav Patel" userId="d816b7eed49ed037" providerId="LiveId" clId="{04DD1AA9-2A61-4A59-9640-B91B54DDC703}" dt="2025-11-16T21:19:06.034" v="28" actId="26606"/>
          <ac:spMkLst>
            <pc:docMk/>
            <pc:sldMk cId="1380001667" sldId="263"/>
            <ac:spMk id="19" creationId="{7517A47C-B2E5-4B79-8061-D74B1311AF6E}"/>
          </ac:spMkLst>
        </pc:spChg>
        <pc:spChg chg="add del">
          <ac:chgData name="Manav Patel" userId="d816b7eed49ed037" providerId="LiveId" clId="{04DD1AA9-2A61-4A59-9640-B91B54DDC703}" dt="2025-11-16T21:19:06.034" v="28" actId="26606"/>
          <ac:spMkLst>
            <pc:docMk/>
            <pc:sldMk cId="1380001667" sldId="263"/>
            <ac:spMk id="20" creationId="{C505E780-2083-4CB5-A42A-5E0E2908ECC3}"/>
          </ac:spMkLst>
        </pc:spChg>
        <pc:spChg chg="add del">
          <ac:chgData name="Manav Patel" userId="d816b7eed49ed037" providerId="LiveId" clId="{04DD1AA9-2A61-4A59-9640-B91B54DDC703}" dt="2025-11-16T21:19:06.034" v="28" actId="26606"/>
          <ac:spMkLst>
            <pc:docMk/>
            <pc:sldMk cId="1380001667" sldId="263"/>
            <ac:spMk id="21" creationId="{D2C0AE1C-0118-41AE-8A10-7CDCBF10E96F}"/>
          </ac:spMkLst>
        </pc:spChg>
        <pc:spChg chg="add del">
          <ac:chgData name="Manav Patel" userId="d816b7eed49ed037" providerId="LiveId" clId="{04DD1AA9-2A61-4A59-9640-B91B54DDC703}" dt="2025-11-16T21:19:06.034" v="28" actId="26606"/>
          <ac:spMkLst>
            <pc:docMk/>
            <pc:sldMk cId="1380001667" sldId="263"/>
            <ac:spMk id="22" creationId="{463EEC44-1BA3-44ED-81FC-A644B04B2A44}"/>
          </ac:spMkLst>
        </pc:spChg>
        <pc:spChg chg="add">
          <ac:chgData name="Manav Patel" userId="d816b7eed49ed037" providerId="LiveId" clId="{04DD1AA9-2A61-4A59-9640-B91B54DDC703}" dt="2025-11-16T21:19:06.104" v="29" actId="26606"/>
          <ac:spMkLst>
            <pc:docMk/>
            <pc:sldMk cId="1380001667" sldId="263"/>
            <ac:spMk id="25" creationId="{BACC6370-2D7E-4714-9D71-7542949D7D5D}"/>
          </ac:spMkLst>
        </pc:spChg>
        <pc:spChg chg="add">
          <ac:chgData name="Manav Patel" userId="d816b7eed49ed037" providerId="LiveId" clId="{04DD1AA9-2A61-4A59-9640-B91B54DDC703}" dt="2025-11-16T21:19:06.104" v="29" actId="26606"/>
          <ac:spMkLst>
            <pc:docMk/>
            <pc:sldMk cId="1380001667" sldId="263"/>
            <ac:spMk id="26" creationId="{F68B3F68-107C-434F-AA38-110D5EA91B85}"/>
          </ac:spMkLst>
        </pc:spChg>
        <pc:spChg chg="add">
          <ac:chgData name="Manav Patel" userId="d816b7eed49ed037" providerId="LiveId" clId="{04DD1AA9-2A61-4A59-9640-B91B54DDC703}" dt="2025-11-16T21:19:06.104" v="29" actId="26606"/>
          <ac:spMkLst>
            <pc:docMk/>
            <pc:sldMk cId="1380001667" sldId="263"/>
            <ac:spMk id="27" creationId="{AAD0DBB9-1A4B-4391-81D4-CB19F9AB918A}"/>
          </ac:spMkLst>
        </pc:spChg>
        <pc:spChg chg="add">
          <ac:chgData name="Manav Patel" userId="d816b7eed49ed037" providerId="LiveId" clId="{04DD1AA9-2A61-4A59-9640-B91B54DDC703}" dt="2025-11-16T21:19:06.104" v="29" actId="26606"/>
          <ac:spMkLst>
            <pc:docMk/>
            <pc:sldMk cId="1380001667" sldId="263"/>
            <ac:spMk id="28" creationId="{063BBA22-50EA-4C4D-BE05-F1CE4E63AA56}"/>
          </ac:spMkLst>
        </pc:spChg>
        <pc:graphicFrameChg chg="add del">
          <ac:chgData name="Manav Patel" userId="d816b7eed49ed037" providerId="LiveId" clId="{04DD1AA9-2A61-4A59-9640-B91B54DDC703}" dt="2025-11-16T21:18:57.725" v="24" actId="26606"/>
          <ac:graphicFrameMkLst>
            <pc:docMk/>
            <pc:sldMk cId="1380001667" sldId="263"/>
            <ac:graphicFrameMk id="5" creationId="{CE1FACEC-4B8E-ED09-6612-3A530E1EF9F7}"/>
          </ac:graphicFrameMkLst>
        </pc:graphicFrameChg>
        <pc:graphicFrameChg chg="add del">
          <ac:chgData name="Manav Patel" userId="d816b7eed49ed037" providerId="LiveId" clId="{04DD1AA9-2A61-4A59-9640-B91B54DDC703}" dt="2025-11-16T21:19:03.065" v="26" actId="26606"/>
          <ac:graphicFrameMkLst>
            <pc:docMk/>
            <pc:sldMk cId="1380001667" sldId="263"/>
            <ac:graphicFrameMk id="17" creationId="{B85AC673-6532-5C23-FA9A-35571336A199}"/>
          </ac:graphicFrameMkLst>
        </pc:graphicFrameChg>
        <pc:graphicFrameChg chg="add del">
          <ac:chgData name="Manav Patel" userId="d816b7eed49ed037" providerId="LiveId" clId="{04DD1AA9-2A61-4A59-9640-B91B54DDC703}" dt="2025-11-16T21:19:06.034" v="28" actId="26606"/>
          <ac:graphicFrameMkLst>
            <pc:docMk/>
            <pc:sldMk cId="1380001667" sldId="263"/>
            <ac:graphicFrameMk id="23" creationId="{CE1FACEC-4B8E-ED09-6612-3A530E1EF9F7}"/>
          </ac:graphicFrameMkLst>
        </pc:graphicFrameChg>
        <pc:graphicFrameChg chg="add modGraphic">
          <ac:chgData name="Manav Patel" userId="d816b7eed49ed037" providerId="LiveId" clId="{04DD1AA9-2A61-4A59-9640-B91B54DDC703}" dt="2025-11-16T22:08:32.686" v="272" actId="20577"/>
          <ac:graphicFrameMkLst>
            <pc:docMk/>
            <pc:sldMk cId="1380001667" sldId="263"/>
            <ac:graphicFrameMk id="29" creationId="{B70EA074-AA82-4DAC-9BF9-CD86EE2378A6}"/>
          </ac:graphicFrameMkLst>
        </pc:graphicFrameChg>
        <pc:picChg chg="add del">
          <ac:chgData name="Manav Patel" userId="d816b7eed49ed037" providerId="LiveId" clId="{04DD1AA9-2A61-4A59-9640-B91B54DDC703}" dt="2025-11-16T21:19:03.065" v="26" actId="26606"/>
          <ac:picMkLst>
            <pc:docMk/>
            <pc:sldMk cId="1380001667" sldId="263"/>
            <ac:picMk id="6" creationId="{5BAC023F-2980-264E-9005-2F25A5D79D76}"/>
          </ac:picMkLst>
        </pc:picChg>
      </pc:sldChg>
      <pc:sldChg chg="addSp delSp modSp mod setBg">
        <pc:chgData name="Manav Patel" userId="d816b7eed49ed037" providerId="LiveId" clId="{04DD1AA9-2A61-4A59-9640-B91B54DDC703}" dt="2025-11-16T22:08:44.846" v="275" actId="20577"/>
        <pc:sldMkLst>
          <pc:docMk/>
          <pc:sldMk cId="2025599344" sldId="264"/>
        </pc:sldMkLst>
        <pc:spChg chg="mod">
          <ac:chgData name="Manav Patel" userId="d816b7eed49ed037" providerId="LiveId" clId="{04DD1AA9-2A61-4A59-9640-B91B54DDC703}" dt="2025-11-16T21:19:26.733" v="31" actId="26606"/>
          <ac:spMkLst>
            <pc:docMk/>
            <pc:sldMk cId="2025599344" sldId="264"/>
            <ac:spMk id="2" creationId="{82413AEC-7584-7430-1BCF-7B8BD1A395D0}"/>
          </ac:spMkLst>
        </pc:spChg>
        <pc:spChg chg="add del">
          <ac:chgData name="Manav Patel" userId="d816b7eed49ed037" providerId="LiveId" clId="{04DD1AA9-2A61-4A59-9640-B91B54DDC703}" dt="2025-11-16T21:19:26.764" v="32" actId="26606"/>
          <ac:spMkLst>
            <pc:docMk/>
            <pc:sldMk cId="2025599344" sldId="264"/>
            <ac:spMk id="3" creationId="{3B62B6BD-AB2B-3FBD-D543-C400C32D2ED5}"/>
          </ac:spMkLst>
        </pc:spChg>
        <pc:spChg chg="add del">
          <ac:chgData name="Manav Patel" userId="d816b7eed49ed037" providerId="LiveId" clId="{04DD1AA9-2A61-4A59-9640-B91B54DDC703}" dt="2025-11-16T21:19:26.733" v="31" actId="26606"/>
          <ac:spMkLst>
            <pc:docMk/>
            <pc:sldMk cId="2025599344" sldId="264"/>
            <ac:spMk id="9" creationId="{7517A47C-B2E5-4B79-8061-D74B1311AF6E}"/>
          </ac:spMkLst>
        </pc:spChg>
        <pc:spChg chg="add del">
          <ac:chgData name="Manav Patel" userId="d816b7eed49ed037" providerId="LiveId" clId="{04DD1AA9-2A61-4A59-9640-B91B54DDC703}" dt="2025-11-16T21:19:26.733" v="31" actId="26606"/>
          <ac:spMkLst>
            <pc:docMk/>
            <pc:sldMk cId="2025599344" sldId="264"/>
            <ac:spMk id="11" creationId="{C505E780-2083-4CB5-A42A-5E0E2908ECC3}"/>
          </ac:spMkLst>
        </pc:spChg>
        <pc:spChg chg="add del">
          <ac:chgData name="Manav Patel" userId="d816b7eed49ed037" providerId="LiveId" clId="{04DD1AA9-2A61-4A59-9640-B91B54DDC703}" dt="2025-11-16T21:19:26.733" v="31" actId="26606"/>
          <ac:spMkLst>
            <pc:docMk/>
            <pc:sldMk cId="2025599344" sldId="264"/>
            <ac:spMk id="13" creationId="{D2C0AE1C-0118-41AE-8A10-7CDCBF10E96F}"/>
          </ac:spMkLst>
        </pc:spChg>
        <pc:spChg chg="add del">
          <ac:chgData name="Manav Patel" userId="d816b7eed49ed037" providerId="LiveId" clId="{04DD1AA9-2A61-4A59-9640-B91B54DDC703}" dt="2025-11-16T21:19:26.733" v="31" actId="26606"/>
          <ac:spMkLst>
            <pc:docMk/>
            <pc:sldMk cId="2025599344" sldId="264"/>
            <ac:spMk id="15" creationId="{463EEC44-1BA3-44ED-81FC-A644B04B2A44}"/>
          </ac:spMkLst>
        </pc:spChg>
        <pc:graphicFrameChg chg="add del">
          <ac:chgData name="Manav Patel" userId="d816b7eed49ed037" providerId="LiveId" clId="{04DD1AA9-2A61-4A59-9640-B91B54DDC703}" dt="2025-11-16T21:19:26.733" v="31" actId="26606"/>
          <ac:graphicFrameMkLst>
            <pc:docMk/>
            <pc:sldMk cId="2025599344" sldId="264"/>
            <ac:graphicFrameMk id="5" creationId="{EFB0E802-627A-37EF-6AF0-C74C2861B978}"/>
          </ac:graphicFrameMkLst>
        </pc:graphicFrameChg>
        <pc:graphicFrameChg chg="add modGraphic">
          <ac:chgData name="Manav Patel" userId="d816b7eed49ed037" providerId="LiveId" clId="{04DD1AA9-2A61-4A59-9640-B91B54DDC703}" dt="2025-11-16T22:08:44.846" v="275" actId="20577"/>
          <ac:graphicFrameMkLst>
            <pc:docMk/>
            <pc:sldMk cId="2025599344" sldId="264"/>
            <ac:graphicFrameMk id="17" creationId="{17062DD4-C7D3-5676-70C3-A650875F6F33}"/>
          </ac:graphicFrameMkLst>
        </pc:graphicFrameChg>
      </pc:sldChg>
      <pc:sldChg chg="addSp delSp modSp mod">
        <pc:chgData name="Manav Patel" userId="d816b7eed49ed037" providerId="LiveId" clId="{04DD1AA9-2A61-4A59-9640-B91B54DDC703}" dt="2025-11-16T22:08:57.895" v="277" actId="20577"/>
        <pc:sldMkLst>
          <pc:docMk/>
          <pc:sldMk cId="3575527605" sldId="265"/>
        </pc:sldMkLst>
        <pc:spChg chg="del">
          <ac:chgData name="Manav Patel" userId="d816b7eed49ed037" providerId="LiveId" clId="{04DD1AA9-2A61-4A59-9640-B91B54DDC703}" dt="2025-11-16T21:20:10.797" v="33" actId="26606"/>
          <ac:spMkLst>
            <pc:docMk/>
            <pc:sldMk cId="3575527605" sldId="265"/>
            <ac:spMk id="3" creationId="{4E6785C5-A2C5-E734-FAC5-C8BA6A573DA1}"/>
          </ac:spMkLst>
        </pc:spChg>
        <pc:graphicFrameChg chg="add mod modGraphic">
          <ac:chgData name="Manav Patel" userId="d816b7eed49ed037" providerId="LiveId" clId="{04DD1AA9-2A61-4A59-9640-B91B54DDC703}" dt="2025-11-16T22:08:57.895" v="277" actId="20577"/>
          <ac:graphicFrameMkLst>
            <pc:docMk/>
            <pc:sldMk cId="3575527605" sldId="265"/>
            <ac:graphicFrameMk id="5" creationId="{ABCC3F76-C5CD-2A8D-9A60-40C673647897}"/>
          </ac:graphicFrameMkLst>
        </pc:graphicFrameChg>
      </pc:sldChg>
      <pc:sldChg chg="addSp delSp modSp mod">
        <pc:chgData name="Manav Patel" userId="d816b7eed49ed037" providerId="LiveId" clId="{04DD1AA9-2A61-4A59-9640-B91B54DDC703}" dt="2025-11-16T21:59:11.987" v="122"/>
        <pc:sldMkLst>
          <pc:docMk/>
          <pc:sldMk cId="942321219" sldId="266"/>
        </pc:sldMkLst>
        <pc:spChg chg="del">
          <ac:chgData name="Manav Patel" userId="d816b7eed49ed037" providerId="LiveId" clId="{04DD1AA9-2A61-4A59-9640-B91B54DDC703}" dt="2025-11-16T21:20:24.833" v="34" actId="26606"/>
          <ac:spMkLst>
            <pc:docMk/>
            <pc:sldMk cId="942321219" sldId="266"/>
            <ac:spMk id="3" creationId="{51A80345-406B-4AB0-2EF3-2C051F57424E}"/>
          </ac:spMkLst>
        </pc:spChg>
        <pc:graphicFrameChg chg="add mod">
          <ac:chgData name="Manav Patel" userId="d816b7eed49ed037" providerId="LiveId" clId="{04DD1AA9-2A61-4A59-9640-B91B54DDC703}" dt="2025-11-16T21:59:11.987" v="122"/>
          <ac:graphicFrameMkLst>
            <pc:docMk/>
            <pc:sldMk cId="942321219" sldId="266"/>
            <ac:graphicFrameMk id="5" creationId="{93AB14D2-8685-F19C-B9B9-4656C8C2ED3F}"/>
          </ac:graphicFrameMkLst>
        </pc:graphicFrameChg>
      </pc:sldChg>
      <pc:sldChg chg="addSp delSp modSp mod setBg">
        <pc:chgData name="Manav Patel" userId="d816b7eed49ed037" providerId="LiveId" clId="{04DD1AA9-2A61-4A59-9640-B91B54DDC703}" dt="2025-11-16T22:09:46.080" v="314" actId="20577"/>
        <pc:sldMkLst>
          <pc:docMk/>
          <pc:sldMk cId="1643842955" sldId="267"/>
        </pc:sldMkLst>
        <pc:spChg chg="mod">
          <ac:chgData name="Manav Patel" userId="d816b7eed49ed037" providerId="LiveId" clId="{04DD1AA9-2A61-4A59-9640-B91B54DDC703}" dt="2025-11-16T21:21:02.224" v="35" actId="26606"/>
          <ac:spMkLst>
            <pc:docMk/>
            <pc:sldMk cId="1643842955" sldId="267"/>
            <ac:spMk id="2" creationId="{9F96DDB8-5BDB-1D3F-7CE5-5A3668F0F2D0}"/>
          </ac:spMkLst>
        </pc:spChg>
        <pc:spChg chg="del">
          <ac:chgData name="Manav Patel" userId="d816b7eed49ed037" providerId="LiveId" clId="{04DD1AA9-2A61-4A59-9640-B91B54DDC703}" dt="2025-11-16T21:21:02.224" v="35" actId="26606"/>
          <ac:spMkLst>
            <pc:docMk/>
            <pc:sldMk cId="1643842955" sldId="267"/>
            <ac:spMk id="3" creationId="{78F450A3-9B77-DA97-47D0-BD1A8FA9ABF8}"/>
          </ac:spMkLst>
        </pc:spChg>
        <pc:spChg chg="add">
          <ac:chgData name="Manav Patel" userId="d816b7eed49ed037" providerId="LiveId" clId="{04DD1AA9-2A61-4A59-9640-B91B54DDC703}" dt="2025-11-16T21:21:02.224" v="35" actId="26606"/>
          <ac:spMkLst>
            <pc:docMk/>
            <pc:sldMk cId="1643842955" sldId="267"/>
            <ac:spMk id="10" creationId="{B50AB553-2A96-4A92-96F2-93548E096954}"/>
          </ac:spMkLst>
        </pc:spChg>
        <pc:graphicFrameChg chg="add mod modGraphic">
          <ac:chgData name="Manav Patel" userId="d816b7eed49ed037" providerId="LiveId" clId="{04DD1AA9-2A61-4A59-9640-B91B54DDC703}" dt="2025-11-16T22:09:46.080" v="314" actId="20577"/>
          <ac:graphicFrameMkLst>
            <pc:docMk/>
            <pc:sldMk cId="1643842955" sldId="267"/>
            <ac:graphicFrameMk id="5" creationId="{B1EF23CE-6023-A9E2-819C-5F3D8C66B0C3}"/>
          </ac:graphicFrameMkLst>
        </pc:graphicFrameChg>
        <pc:picChg chg="add">
          <ac:chgData name="Manav Patel" userId="d816b7eed49ed037" providerId="LiveId" clId="{04DD1AA9-2A61-4A59-9640-B91B54DDC703}" dt="2025-11-16T21:21:02.224" v="35" actId="26606"/>
          <ac:picMkLst>
            <pc:docMk/>
            <pc:sldMk cId="1643842955" sldId="267"/>
            <ac:picMk id="6" creationId="{4E94B859-2A44-7077-E4AA-F1DB7C92A9E3}"/>
          </ac:picMkLst>
        </pc:picChg>
      </pc:sldChg>
      <pc:sldChg chg="del">
        <pc:chgData name="Manav Patel" userId="d816b7eed49ed037" providerId="LiveId" clId="{04DD1AA9-2A61-4A59-9640-B91B54DDC703}" dt="2025-11-16T21:21:26.535" v="37" actId="47"/>
        <pc:sldMkLst>
          <pc:docMk/>
          <pc:sldMk cId="2943112105" sldId="268"/>
        </pc:sldMkLst>
      </pc:sldChg>
      <pc:sldChg chg="addSp delSp modSp mod setBg">
        <pc:chgData name="Manav Patel" userId="d816b7eed49ed037" providerId="LiveId" clId="{04DD1AA9-2A61-4A59-9640-B91B54DDC703}" dt="2025-11-16T22:03:02.085" v="133"/>
        <pc:sldMkLst>
          <pc:docMk/>
          <pc:sldMk cId="547264274" sldId="269"/>
        </pc:sldMkLst>
        <pc:spChg chg="mod">
          <ac:chgData name="Manav Patel" userId="d816b7eed49ed037" providerId="LiveId" clId="{04DD1AA9-2A61-4A59-9640-B91B54DDC703}" dt="2025-11-16T21:24:36.509" v="46" actId="26606"/>
          <ac:spMkLst>
            <pc:docMk/>
            <pc:sldMk cId="547264274" sldId="269"/>
            <ac:spMk id="2" creationId="{8A524288-74FD-6D66-7091-8F859F3B99C5}"/>
          </ac:spMkLst>
        </pc:spChg>
        <pc:spChg chg="add del">
          <ac:chgData name="Manav Patel" userId="d816b7eed49ed037" providerId="LiveId" clId="{04DD1AA9-2A61-4A59-9640-B91B54DDC703}" dt="2025-11-16T21:24:36.509" v="46" actId="26606"/>
          <ac:spMkLst>
            <pc:docMk/>
            <pc:sldMk cId="547264274" sldId="269"/>
            <ac:spMk id="3" creationId="{36B270E3-586E-3509-CA8F-D810DFD8AFE9}"/>
          </ac:spMkLst>
        </pc:spChg>
        <pc:spChg chg="add del">
          <ac:chgData name="Manav Patel" userId="d816b7eed49ed037" providerId="LiveId" clId="{04DD1AA9-2A61-4A59-9640-B91B54DDC703}" dt="2025-11-16T21:24:36.461" v="45" actId="26606"/>
          <ac:spMkLst>
            <pc:docMk/>
            <pc:sldMk cId="547264274" sldId="269"/>
            <ac:spMk id="9" creationId="{2659FDB4-FCBE-4A89-B46D-43D4FA54464D}"/>
          </ac:spMkLst>
        </pc:spChg>
        <pc:spChg chg="add">
          <ac:chgData name="Manav Patel" userId="d816b7eed49ed037" providerId="LiveId" clId="{04DD1AA9-2A61-4A59-9640-B91B54DDC703}" dt="2025-11-16T21:24:36.509" v="46" actId="26606"/>
          <ac:spMkLst>
            <pc:docMk/>
            <pc:sldMk cId="547264274" sldId="269"/>
            <ac:spMk id="13" creationId="{AAD0DBB9-1A4B-4391-81D4-CB19F9AB918A}"/>
          </ac:spMkLst>
        </pc:spChg>
        <pc:spChg chg="add">
          <ac:chgData name="Manav Patel" userId="d816b7eed49ed037" providerId="LiveId" clId="{04DD1AA9-2A61-4A59-9640-B91B54DDC703}" dt="2025-11-16T21:24:36.509" v="46" actId="26606"/>
          <ac:spMkLst>
            <pc:docMk/>
            <pc:sldMk cId="547264274" sldId="269"/>
            <ac:spMk id="14" creationId="{BACC6370-2D7E-4714-9D71-7542949D7D5D}"/>
          </ac:spMkLst>
        </pc:spChg>
        <pc:spChg chg="add">
          <ac:chgData name="Manav Patel" userId="d816b7eed49ed037" providerId="LiveId" clId="{04DD1AA9-2A61-4A59-9640-B91B54DDC703}" dt="2025-11-16T21:24:36.509" v="46" actId="26606"/>
          <ac:spMkLst>
            <pc:docMk/>
            <pc:sldMk cId="547264274" sldId="269"/>
            <ac:spMk id="15" creationId="{063BBA22-50EA-4C4D-BE05-F1CE4E63AA56}"/>
          </ac:spMkLst>
        </pc:spChg>
        <pc:spChg chg="add">
          <ac:chgData name="Manav Patel" userId="d816b7eed49ed037" providerId="LiveId" clId="{04DD1AA9-2A61-4A59-9640-B91B54DDC703}" dt="2025-11-16T21:24:36.509" v="46" actId="26606"/>
          <ac:spMkLst>
            <pc:docMk/>
            <pc:sldMk cId="547264274" sldId="269"/>
            <ac:spMk id="16" creationId="{F68B3F68-107C-434F-AA38-110D5EA91B85}"/>
          </ac:spMkLst>
        </pc:spChg>
        <pc:graphicFrameChg chg="add del">
          <ac:chgData name="Manav Patel" userId="d816b7eed49ed037" providerId="LiveId" clId="{04DD1AA9-2A61-4A59-9640-B91B54DDC703}" dt="2025-11-16T21:24:36.461" v="45" actId="26606"/>
          <ac:graphicFrameMkLst>
            <pc:docMk/>
            <pc:sldMk cId="547264274" sldId="269"/>
            <ac:graphicFrameMk id="5" creationId="{C01C01BF-CF3A-6CF2-29A0-2A858E9C1878}"/>
          </ac:graphicFrameMkLst>
        </pc:graphicFrameChg>
        <pc:graphicFrameChg chg="add mod">
          <ac:chgData name="Manav Patel" userId="d816b7eed49ed037" providerId="LiveId" clId="{04DD1AA9-2A61-4A59-9640-B91B54DDC703}" dt="2025-11-16T22:03:02.085" v="133"/>
          <ac:graphicFrameMkLst>
            <pc:docMk/>
            <pc:sldMk cId="547264274" sldId="269"/>
            <ac:graphicFrameMk id="17" creationId="{CA63452C-6D46-55B1-6DC2-EDE893DCCED3}"/>
          </ac:graphicFrameMkLst>
        </pc:graphicFrameChg>
        <pc:cxnChg chg="add del">
          <ac:chgData name="Manav Patel" userId="d816b7eed49ed037" providerId="LiveId" clId="{04DD1AA9-2A61-4A59-9640-B91B54DDC703}" dt="2025-11-16T21:24:36.461" v="45" actId="26606"/>
          <ac:cxnSpMkLst>
            <pc:docMk/>
            <pc:sldMk cId="547264274" sldId="269"/>
            <ac:cxnSpMk id="11" creationId="{C8F51B3F-8331-4E4A-AE96-D47B1006EEAD}"/>
          </ac:cxnSpMkLst>
        </pc:cxnChg>
      </pc:sldChg>
      <pc:sldChg chg="addSp delSp modSp mod">
        <pc:chgData name="Manav Patel" userId="d816b7eed49ed037" providerId="LiveId" clId="{04DD1AA9-2A61-4A59-9640-B91B54DDC703}" dt="2025-11-16T21:25:20.465" v="54" actId="26606"/>
        <pc:sldMkLst>
          <pc:docMk/>
          <pc:sldMk cId="1491160307" sldId="270"/>
        </pc:sldMkLst>
        <pc:spChg chg="add del mod">
          <ac:chgData name="Manav Patel" userId="d816b7eed49ed037" providerId="LiveId" clId="{04DD1AA9-2A61-4A59-9640-B91B54DDC703}" dt="2025-11-16T21:25:20.465" v="54" actId="26606"/>
          <ac:spMkLst>
            <pc:docMk/>
            <pc:sldMk cId="1491160307" sldId="270"/>
            <ac:spMk id="3" creationId="{7845EFB9-43F6-152A-C7FC-62FF2853441A}"/>
          </ac:spMkLst>
        </pc:spChg>
        <pc:graphicFrameChg chg="add del">
          <ac:chgData name="Manav Patel" userId="d816b7eed49ed037" providerId="LiveId" clId="{04DD1AA9-2A61-4A59-9640-B91B54DDC703}" dt="2025-11-16T21:24:57.481" v="48" actId="26606"/>
          <ac:graphicFrameMkLst>
            <pc:docMk/>
            <pc:sldMk cId="1491160307" sldId="270"/>
            <ac:graphicFrameMk id="5" creationId="{CC0D7A74-C6A7-3BA6-C043-67070611E837}"/>
          </ac:graphicFrameMkLst>
        </pc:graphicFrameChg>
        <pc:graphicFrameChg chg="add">
          <ac:chgData name="Manav Patel" userId="d816b7eed49ed037" providerId="LiveId" clId="{04DD1AA9-2A61-4A59-9640-B91B54DDC703}" dt="2025-11-16T21:25:20.465" v="54" actId="26606"/>
          <ac:graphicFrameMkLst>
            <pc:docMk/>
            <pc:sldMk cId="1491160307" sldId="270"/>
            <ac:graphicFrameMk id="6" creationId="{8D8E9A3B-E1ED-E0EF-E6D5-D7025BB5318E}"/>
          </ac:graphicFrameMkLst>
        </pc:graphicFrameChg>
      </pc:sldChg>
      <pc:sldChg chg="addSp modSp new mod setBg">
        <pc:chgData name="Manav Patel" userId="d816b7eed49ed037" providerId="LiveId" clId="{04DD1AA9-2A61-4A59-9640-B91B54DDC703}" dt="2025-11-16T21:21:40.021" v="43" actId="26606"/>
        <pc:sldMkLst>
          <pc:docMk/>
          <pc:sldMk cId="826547487" sldId="271"/>
        </pc:sldMkLst>
        <pc:spChg chg="mod">
          <ac:chgData name="Manav Patel" userId="d816b7eed49ed037" providerId="LiveId" clId="{04DD1AA9-2A61-4A59-9640-B91B54DDC703}" dt="2025-11-16T21:21:40.021" v="43" actId="26606"/>
          <ac:spMkLst>
            <pc:docMk/>
            <pc:sldMk cId="826547487" sldId="271"/>
            <ac:spMk id="2" creationId="{4B44DC7E-DAFA-9632-522A-1EBE6756AC87}"/>
          </ac:spMkLst>
        </pc:spChg>
        <pc:spChg chg="add">
          <ac:chgData name="Manav Patel" userId="d816b7eed49ed037" providerId="LiveId" clId="{04DD1AA9-2A61-4A59-9640-B91B54DDC703}" dt="2025-11-16T21:21:40.021" v="43" actId="26606"/>
          <ac:spMkLst>
            <pc:docMk/>
            <pc:sldMk cId="826547487" sldId="271"/>
            <ac:spMk id="7" creationId="{8C790BE2-4E4F-4AAF-81A2-4A6F4885EBE6}"/>
          </ac:spMkLst>
        </pc:spChg>
        <pc:spChg chg="add">
          <ac:chgData name="Manav Patel" userId="d816b7eed49ed037" providerId="LiveId" clId="{04DD1AA9-2A61-4A59-9640-B91B54DDC703}" dt="2025-11-16T21:21:40.021" v="43" actId="26606"/>
          <ac:spMkLst>
            <pc:docMk/>
            <pc:sldMk cId="826547487" sldId="271"/>
            <ac:spMk id="9" creationId="{D28B54C3-B57B-472A-B96E-1FCB67093DC2}"/>
          </ac:spMkLst>
        </pc:spChg>
        <pc:spChg chg="add">
          <ac:chgData name="Manav Patel" userId="d816b7eed49ed037" providerId="LiveId" clId="{04DD1AA9-2A61-4A59-9640-B91B54DDC703}" dt="2025-11-16T21:21:40.021" v="43" actId="26606"/>
          <ac:spMkLst>
            <pc:docMk/>
            <pc:sldMk cId="826547487" sldId="271"/>
            <ac:spMk id="11" creationId="{7DB3C429-F8DA-49B9-AF84-21996FCF78B5}"/>
          </ac:spMkLst>
        </pc:spChg>
        <pc:spChg chg="add">
          <ac:chgData name="Manav Patel" userId="d816b7eed49ed037" providerId="LiveId" clId="{04DD1AA9-2A61-4A59-9640-B91B54DDC703}" dt="2025-11-16T21:21:40.021" v="43" actId="26606"/>
          <ac:spMkLst>
            <pc:docMk/>
            <pc:sldMk cId="826547487" sldId="271"/>
            <ac:spMk id="13" creationId="{E12088DD-B1AD-40E0-8B86-1D87A2CCD9BE}"/>
          </ac:spMkLst>
        </pc:spChg>
        <pc:spChg chg="add">
          <ac:chgData name="Manav Patel" userId="d816b7eed49ed037" providerId="LiveId" clId="{04DD1AA9-2A61-4A59-9640-B91B54DDC703}" dt="2025-11-16T21:21:40.021" v="43" actId="26606"/>
          <ac:spMkLst>
            <pc:docMk/>
            <pc:sldMk cId="826547487" sldId="271"/>
            <ac:spMk id="15" creationId="{C4C9F2B0-1044-46EB-8AEB-C3BFFDE6C2CC}"/>
          </ac:spMkLst>
        </pc:spChg>
        <pc:spChg chg="add">
          <ac:chgData name="Manav Patel" userId="d816b7eed49ed037" providerId="LiveId" clId="{04DD1AA9-2A61-4A59-9640-B91B54DDC703}" dt="2025-11-16T21:21:40.021" v="43" actId="26606"/>
          <ac:spMkLst>
            <pc:docMk/>
            <pc:sldMk cId="826547487" sldId="271"/>
            <ac:spMk id="17" creationId="{0C395952-4E26-45A2-8756-2ADFD6E53C6E}"/>
          </ac:spMkLst>
        </pc:spChg>
        <pc:spChg chg="add">
          <ac:chgData name="Manav Patel" userId="d816b7eed49ed037" providerId="LiveId" clId="{04DD1AA9-2A61-4A59-9640-B91B54DDC703}" dt="2025-11-16T21:21:40.021" v="43" actId="26606"/>
          <ac:spMkLst>
            <pc:docMk/>
            <pc:sldMk cId="826547487" sldId="271"/>
            <ac:spMk id="19" creationId="{4734BADF-9461-4621-B112-2D7BABEA7DD0}"/>
          </ac:spMkLst>
        </pc:spChg>
      </pc:sldChg>
      <pc:sldChg chg="addSp delSp modSp new mod setBg">
        <pc:chgData name="Manav Patel" userId="d816b7eed49ed037" providerId="LiveId" clId="{04DD1AA9-2A61-4A59-9640-B91B54DDC703}" dt="2025-11-16T22:06:10.076" v="185" actId="26606"/>
        <pc:sldMkLst>
          <pc:docMk/>
          <pc:sldMk cId="4009161565" sldId="272"/>
        </pc:sldMkLst>
        <pc:spChg chg="mod">
          <ac:chgData name="Manav Patel" userId="d816b7eed49ed037" providerId="LiveId" clId="{04DD1AA9-2A61-4A59-9640-B91B54DDC703}" dt="2025-11-16T22:06:10.076" v="185" actId="26606"/>
          <ac:spMkLst>
            <pc:docMk/>
            <pc:sldMk cId="4009161565" sldId="272"/>
            <ac:spMk id="2" creationId="{3B1D7AF6-96F7-D93C-98D8-EFBB15DB117B}"/>
          </ac:spMkLst>
        </pc:spChg>
        <pc:spChg chg="add del mod">
          <ac:chgData name="Manav Patel" userId="d816b7eed49ed037" providerId="LiveId" clId="{04DD1AA9-2A61-4A59-9640-B91B54DDC703}" dt="2025-11-16T22:06:10.076" v="185" actId="26606"/>
          <ac:spMkLst>
            <pc:docMk/>
            <pc:sldMk cId="4009161565" sldId="272"/>
            <ac:spMk id="3" creationId="{A15BF5F4-2CCA-8197-1DB3-9B41794A4A70}"/>
          </ac:spMkLst>
        </pc:spChg>
        <pc:spChg chg="add del">
          <ac:chgData name="Manav Patel" userId="d816b7eed49ed037" providerId="LiveId" clId="{04DD1AA9-2A61-4A59-9640-B91B54DDC703}" dt="2025-11-16T22:06:10.060" v="184" actId="26606"/>
          <ac:spMkLst>
            <pc:docMk/>
            <pc:sldMk cId="4009161565" sldId="272"/>
            <ac:spMk id="9" creationId="{BACC6370-2D7E-4714-9D71-7542949D7D5D}"/>
          </ac:spMkLst>
        </pc:spChg>
        <pc:spChg chg="add del">
          <ac:chgData name="Manav Patel" userId="d816b7eed49ed037" providerId="LiveId" clId="{04DD1AA9-2A61-4A59-9640-B91B54DDC703}" dt="2025-11-16T22:06:10.060" v="184" actId="26606"/>
          <ac:spMkLst>
            <pc:docMk/>
            <pc:sldMk cId="4009161565" sldId="272"/>
            <ac:spMk id="11" creationId="{F68B3F68-107C-434F-AA38-110D5EA91B85}"/>
          </ac:spMkLst>
        </pc:spChg>
        <pc:spChg chg="add del">
          <ac:chgData name="Manav Patel" userId="d816b7eed49ed037" providerId="LiveId" clId="{04DD1AA9-2A61-4A59-9640-B91B54DDC703}" dt="2025-11-16T22:06:10.060" v="184" actId="26606"/>
          <ac:spMkLst>
            <pc:docMk/>
            <pc:sldMk cId="4009161565" sldId="272"/>
            <ac:spMk id="13" creationId="{AAD0DBB9-1A4B-4391-81D4-CB19F9AB918A}"/>
          </ac:spMkLst>
        </pc:spChg>
        <pc:spChg chg="add del">
          <ac:chgData name="Manav Patel" userId="d816b7eed49ed037" providerId="LiveId" clId="{04DD1AA9-2A61-4A59-9640-B91B54DDC703}" dt="2025-11-16T22:06:10.060" v="184" actId="26606"/>
          <ac:spMkLst>
            <pc:docMk/>
            <pc:sldMk cId="4009161565" sldId="272"/>
            <ac:spMk id="15" creationId="{063BBA22-50EA-4C4D-BE05-F1CE4E63AA56}"/>
          </ac:spMkLst>
        </pc:spChg>
        <pc:spChg chg="add">
          <ac:chgData name="Manav Patel" userId="d816b7eed49ed037" providerId="LiveId" clId="{04DD1AA9-2A61-4A59-9640-B91B54DDC703}" dt="2025-11-16T22:06:10.076" v="185" actId="26606"/>
          <ac:spMkLst>
            <pc:docMk/>
            <pc:sldMk cId="4009161565" sldId="272"/>
            <ac:spMk id="17" creationId="{BACC6370-2D7E-4714-9D71-7542949D7D5D}"/>
          </ac:spMkLst>
        </pc:spChg>
        <pc:spChg chg="add">
          <ac:chgData name="Manav Patel" userId="d816b7eed49ed037" providerId="LiveId" clId="{04DD1AA9-2A61-4A59-9640-B91B54DDC703}" dt="2025-11-16T22:06:10.076" v="185" actId="26606"/>
          <ac:spMkLst>
            <pc:docMk/>
            <pc:sldMk cId="4009161565" sldId="272"/>
            <ac:spMk id="18" creationId="{F68B3F68-107C-434F-AA38-110D5EA91B85}"/>
          </ac:spMkLst>
        </pc:spChg>
        <pc:spChg chg="add">
          <ac:chgData name="Manav Patel" userId="d816b7eed49ed037" providerId="LiveId" clId="{04DD1AA9-2A61-4A59-9640-B91B54DDC703}" dt="2025-11-16T22:06:10.076" v="185" actId="26606"/>
          <ac:spMkLst>
            <pc:docMk/>
            <pc:sldMk cId="4009161565" sldId="272"/>
            <ac:spMk id="19" creationId="{AAD0DBB9-1A4B-4391-81D4-CB19F9AB918A}"/>
          </ac:spMkLst>
        </pc:spChg>
        <pc:spChg chg="add">
          <ac:chgData name="Manav Patel" userId="d816b7eed49ed037" providerId="LiveId" clId="{04DD1AA9-2A61-4A59-9640-B91B54DDC703}" dt="2025-11-16T22:06:10.076" v="185" actId="26606"/>
          <ac:spMkLst>
            <pc:docMk/>
            <pc:sldMk cId="4009161565" sldId="272"/>
            <ac:spMk id="20" creationId="{063BBA22-50EA-4C4D-BE05-F1CE4E63AA56}"/>
          </ac:spMkLst>
        </pc:spChg>
        <pc:graphicFrameChg chg="add del">
          <ac:chgData name="Manav Patel" userId="d816b7eed49ed037" providerId="LiveId" clId="{04DD1AA9-2A61-4A59-9640-B91B54DDC703}" dt="2025-11-16T22:06:07.424" v="182" actId="26606"/>
          <ac:graphicFrameMkLst>
            <pc:docMk/>
            <pc:sldMk cId="4009161565" sldId="272"/>
            <ac:graphicFrameMk id="5" creationId="{0093E1CB-FB5D-6D11-5328-D1EE0D431F9F}"/>
          </ac:graphicFrameMkLst>
        </pc:graphicFrameChg>
        <pc:graphicFrameChg chg="add del">
          <ac:chgData name="Manav Patel" userId="d816b7eed49ed037" providerId="LiveId" clId="{04DD1AA9-2A61-4A59-9640-B91B54DDC703}" dt="2025-11-16T22:06:10.060" v="184" actId="26606"/>
          <ac:graphicFrameMkLst>
            <pc:docMk/>
            <pc:sldMk cId="4009161565" sldId="272"/>
            <ac:graphicFrameMk id="7" creationId="{00EAD7A7-ED8B-B6FE-0688-B4A36D161187}"/>
          </ac:graphicFrameMkLst>
        </pc:graphicFrameChg>
        <pc:graphicFrameChg chg="add">
          <ac:chgData name="Manav Patel" userId="d816b7eed49ed037" providerId="LiveId" clId="{04DD1AA9-2A61-4A59-9640-B91B54DDC703}" dt="2025-11-16T22:06:10.076" v="185" actId="26606"/>
          <ac:graphicFrameMkLst>
            <pc:docMk/>
            <pc:sldMk cId="4009161565" sldId="272"/>
            <ac:graphicFrameMk id="21" creationId="{3B6E42F3-895D-C6CE-12C0-6FB5FEEE2891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0B712E-54B2-425A-B5FC-D5D9403E52E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C3FB96-FCCE-4DF6-BF39-1313E04F9CA8}">
      <dgm:prSet/>
      <dgm:spPr/>
      <dgm:t>
        <a:bodyPr/>
        <a:lstStyle/>
        <a:p>
          <a:r>
            <a:rPr lang="en-US"/>
            <a:t>2.6M+ Canadians have at least one food allergy</a:t>
          </a:r>
        </a:p>
      </dgm:t>
    </dgm:pt>
    <dgm:pt modelId="{F548323C-8E27-4315-B23E-5BAF77FD83CF}" type="parTrans" cxnId="{1C95F2E6-1835-4EFA-AD39-EFDA6313987B}">
      <dgm:prSet/>
      <dgm:spPr/>
      <dgm:t>
        <a:bodyPr/>
        <a:lstStyle/>
        <a:p>
          <a:endParaRPr lang="en-US"/>
        </a:p>
      </dgm:t>
    </dgm:pt>
    <dgm:pt modelId="{979E787C-552A-4166-B165-B6D27D116557}" type="sibTrans" cxnId="{1C95F2E6-1835-4EFA-AD39-EFDA6313987B}">
      <dgm:prSet/>
      <dgm:spPr/>
      <dgm:t>
        <a:bodyPr/>
        <a:lstStyle/>
        <a:p>
          <a:endParaRPr lang="en-US"/>
        </a:p>
      </dgm:t>
    </dgm:pt>
    <dgm:pt modelId="{20C3EEB0-9F57-4F69-A264-7E881C9C1D75}">
      <dgm:prSet/>
      <dgm:spPr/>
      <dgm:t>
        <a:bodyPr/>
        <a:lstStyle/>
        <a:p>
          <a:r>
            <a:rPr lang="en-US"/>
            <a:t>40% read food labels due to allergies/dietary restrictions</a:t>
          </a:r>
        </a:p>
      </dgm:t>
    </dgm:pt>
    <dgm:pt modelId="{FE13DD08-95A5-45F6-8C52-925C452668D9}" type="parTrans" cxnId="{B2D2E7DC-7F3D-4419-B156-3FE4776FE461}">
      <dgm:prSet/>
      <dgm:spPr/>
      <dgm:t>
        <a:bodyPr/>
        <a:lstStyle/>
        <a:p>
          <a:endParaRPr lang="en-US"/>
        </a:p>
      </dgm:t>
    </dgm:pt>
    <dgm:pt modelId="{B126E7B5-F502-4057-8C1F-3E27EDC3EADA}" type="sibTrans" cxnId="{B2D2E7DC-7F3D-4419-B156-3FE4776FE461}">
      <dgm:prSet/>
      <dgm:spPr/>
      <dgm:t>
        <a:bodyPr/>
        <a:lstStyle/>
        <a:p>
          <a:endParaRPr lang="en-US"/>
        </a:p>
      </dgm:t>
    </dgm:pt>
    <dgm:pt modelId="{C507A0C9-66D3-4AAC-9FA7-1234E1031BA1}">
      <dgm:prSet/>
      <dgm:spPr/>
      <dgm:t>
        <a:bodyPr/>
        <a:lstStyle/>
        <a:p>
          <a:r>
            <a:rPr lang="en-US"/>
            <a:t>Bilingual labeling creates unique challenges</a:t>
          </a:r>
        </a:p>
      </dgm:t>
    </dgm:pt>
    <dgm:pt modelId="{196F5493-6C8D-46E2-BA9C-A964C8D4E176}" type="parTrans" cxnId="{C7A3FFA1-1FC0-4C91-9961-8FFEB11DFB41}">
      <dgm:prSet/>
      <dgm:spPr/>
      <dgm:t>
        <a:bodyPr/>
        <a:lstStyle/>
        <a:p>
          <a:endParaRPr lang="en-US"/>
        </a:p>
      </dgm:t>
    </dgm:pt>
    <dgm:pt modelId="{33392A20-46EC-47D5-B872-4B8482414A74}" type="sibTrans" cxnId="{C7A3FFA1-1FC0-4C91-9961-8FFEB11DFB41}">
      <dgm:prSet/>
      <dgm:spPr/>
      <dgm:t>
        <a:bodyPr/>
        <a:lstStyle/>
        <a:p>
          <a:endParaRPr lang="en-US"/>
        </a:p>
      </dgm:t>
    </dgm:pt>
    <dgm:pt modelId="{719D3BD4-2F96-44DF-9402-B1B9B8AA9F0A}">
      <dgm:prSet/>
      <dgm:spPr/>
      <dgm:t>
        <a:bodyPr/>
        <a:lstStyle/>
        <a:p>
          <a:r>
            <a:rPr lang="en-US"/>
            <a:t>"May contain" warnings are voluntary and inconsistent</a:t>
          </a:r>
        </a:p>
      </dgm:t>
    </dgm:pt>
    <dgm:pt modelId="{48027A31-2FC6-47A7-88A4-317840326987}" type="parTrans" cxnId="{250E5EA1-1413-42AE-BD45-14EE6FE92403}">
      <dgm:prSet/>
      <dgm:spPr/>
      <dgm:t>
        <a:bodyPr/>
        <a:lstStyle/>
        <a:p>
          <a:endParaRPr lang="en-US"/>
        </a:p>
      </dgm:t>
    </dgm:pt>
    <dgm:pt modelId="{6EF22477-08AB-4BAB-9AF9-4AFD403E4BCE}" type="sibTrans" cxnId="{250E5EA1-1413-42AE-BD45-14EE6FE92403}">
      <dgm:prSet/>
      <dgm:spPr/>
      <dgm:t>
        <a:bodyPr/>
        <a:lstStyle/>
        <a:p>
          <a:endParaRPr lang="en-US"/>
        </a:p>
      </dgm:t>
    </dgm:pt>
    <dgm:pt modelId="{613625A2-4AF5-4B47-8BFF-D0C16E390FC5}" type="pres">
      <dgm:prSet presAssocID="{6A0B712E-54B2-425A-B5FC-D5D9403E52E2}" presName="matrix" presStyleCnt="0">
        <dgm:presLayoutVars>
          <dgm:chMax val="1"/>
          <dgm:dir/>
          <dgm:resizeHandles val="exact"/>
        </dgm:presLayoutVars>
      </dgm:prSet>
      <dgm:spPr/>
    </dgm:pt>
    <dgm:pt modelId="{81F29C82-5DB9-41C0-9A2F-66439094100F}" type="pres">
      <dgm:prSet presAssocID="{6A0B712E-54B2-425A-B5FC-D5D9403E52E2}" presName="diamond" presStyleLbl="bgShp" presStyleIdx="0" presStyleCnt="1"/>
      <dgm:spPr/>
    </dgm:pt>
    <dgm:pt modelId="{825E3E84-D7C5-4B95-812D-DE389303B72C}" type="pres">
      <dgm:prSet presAssocID="{6A0B712E-54B2-425A-B5FC-D5D9403E52E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73DDB12-4ECC-4272-81E1-F6B51BC3F51C}" type="pres">
      <dgm:prSet presAssocID="{6A0B712E-54B2-425A-B5FC-D5D9403E52E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01B00A0-337D-45AD-B821-A976B85B9733}" type="pres">
      <dgm:prSet presAssocID="{6A0B712E-54B2-425A-B5FC-D5D9403E52E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84D0E7D-8178-419C-8A14-6A7E999B506E}" type="pres">
      <dgm:prSet presAssocID="{6A0B712E-54B2-425A-B5FC-D5D9403E52E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14C2F17-FD79-4B6A-B66F-FB8DEACBF09B}" type="presOf" srcId="{C507A0C9-66D3-4AAC-9FA7-1234E1031BA1}" destId="{601B00A0-337D-45AD-B821-A976B85B9733}" srcOrd="0" destOrd="0" presId="urn:microsoft.com/office/officeart/2005/8/layout/matrix3"/>
    <dgm:cxn modelId="{6DDDEE21-7E46-40B5-A764-93781E3183BE}" type="presOf" srcId="{719D3BD4-2F96-44DF-9402-B1B9B8AA9F0A}" destId="{F84D0E7D-8178-419C-8A14-6A7E999B506E}" srcOrd="0" destOrd="0" presId="urn:microsoft.com/office/officeart/2005/8/layout/matrix3"/>
    <dgm:cxn modelId="{30BDCE3C-6E7E-477F-8001-9EB9FA972792}" type="presOf" srcId="{20C3EEB0-9F57-4F69-A264-7E881C9C1D75}" destId="{F73DDB12-4ECC-4272-81E1-F6B51BC3F51C}" srcOrd="0" destOrd="0" presId="urn:microsoft.com/office/officeart/2005/8/layout/matrix3"/>
    <dgm:cxn modelId="{28B9DF5E-DB7D-484B-82AA-715DC0A79CFB}" type="presOf" srcId="{6A0B712E-54B2-425A-B5FC-D5D9403E52E2}" destId="{613625A2-4AF5-4B47-8BFF-D0C16E390FC5}" srcOrd="0" destOrd="0" presId="urn:microsoft.com/office/officeart/2005/8/layout/matrix3"/>
    <dgm:cxn modelId="{51ED5F77-D783-4FDD-9E9E-92EFA6E83FE1}" type="presOf" srcId="{12C3FB96-FCCE-4DF6-BF39-1313E04F9CA8}" destId="{825E3E84-D7C5-4B95-812D-DE389303B72C}" srcOrd="0" destOrd="0" presId="urn:microsoft.com/office/officeart/2005/8/layout/matrix3"/>
    <dgm:cxn modelId="{250E5EA1-1413-42AE-BD45-14EE6FE92403}" srcId="{6A0B712E-54B2-425A-B5FC-D5D9403E52E2}" destId="{719D3BD4-2F96-44DF-9402-B1B9B8AA9F0A}" srcOrd="3" destOrd="0" parTransId="{48027A31-2FC6-47A7-88A4-317840326987}" sibTransId="{6EF22477-08AB-4BAB-9AF9-4AFD403E4BCE}"/>
    <dgm:cxn modelId="{C7A3FFA1-1FC0-4C91-9961-8FFEB11DFB41}" srcId="{6A0B712E-54B2-425A-B5FC-D5D9403E52E2}" destId="{C507A0C9-66D3-4AAC-9FA7-1234E1031BA1}" srcOrd="2" destOrd="0" parTransId="{196F5493-6C8D-46E2-BA9C-A964C8D4E176}" sibTransId="{33392A20-46EC-47D5-B872-4B8482414A74}"/>
    <dgm:cxn modelId="{B2D2E7DC-7F3D-4419-B156-3FE4776FE461}" srcId="{6A0B712E-54B2-425A-B5FC-D5D9403E52E2}" destId="{20C3EEB0-9F57-4F69-A264-7E881C9C1D75}" srcOrd="1" destOrd="0" parTransId="{FE13DD08-95A5-45F6-8C52-925C452668D9}" sibTransId="{B126E7B5-F502-4057-8C1F-3E27EDC3EADA}"/>
    <dgm:cxn modelId="{1C95F2E6-1835-4EFA-AD39-EFDA6313987B}" srcId="{6A0B712E-54B2-425A-B5FC-D5D9403E52E2}" destId="{12C3FB96-FCCE-4DF6-BF39-1313E04F9CA8}" srcOrd="0" destOrd="0" parTransId="{F548323C-8E27-4315-B23E-5BAF77FD83CF}" sibTransId="{979E787C-552A-4166-B165-B6D27D116557}"/>
    <dgm:cxn modelId="{B77641C8-B3D1-40C4-826D-67C842F1A2DC}" type="presParOf" srcId="{613625A2-4AF5-4B47-8BFF-D0C16E390FC5}" destId="{81F29C82-5DB9-41C0-9A2F-66439094100F}" srcOrd="0" destOrd="0" presId="urn:microsoft.com/office/officeart/2005/8/layout/matrix3"/>
    <dgm:cxn modelId="{916DC109-B115-40E9-9DBD-4565FAC103DE}" type="presParOf" srcId="{613625A2-4AF5-4B47-8BFF-D0C16E390FC5}" destId="{825E3E84-D7C5-4B95-812D-DE389303B72C}" srcOrd="1" destOrd="0" presId="urn:microsoft.com/office/officeart/2005/8/layout/matrix3"/>
    <dgm:cxn modelId="{D6E1BE84-DEE0-4BAA-9074-DC850FEDCCE4}" type="presParOf" srcId="{613625A2-4AF5-4B47-8BFF-D0C16E390FC5}" destId="{F73DDB12-4ECC-4272-81E1-F6B51BC3F51C}" srcOrd="2" destOrd="0" presId="urn:microsoft.com/office/officeart/2005/8/layout/matrix3"/>
    <dgm:cxn modelId="{7515B51E-D84D-41FB-8C67-C4EF21B099C6}" type="presParOf" srcId="{613625A2-4AF5-4B47-8BFF-D0C16E390FC5}" destId="{601B00A0-337D-45AD-B821-A976B85B9733}" srcOrd="3" destOrd="0" presId="urn:microsoft.com/office/officeart/2005/8/layout/matrix3"/>
    <dgm:cxn modelId="{B7708B5B-74CD-4B56-8CFF-6D6E4443932A}" type="presParOf" srcId="{613625A2-4AF5-4B47-8BFF-D0C16E390FC5}" destId="{F84D0E7D-8178-419C-8A14-6A7E999B506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E88074-7AD8-4C01-BBEB-638A2FAB6BF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BE82878-9FD8-40EC-9920-E96868BFC924}">
      <dgm:prSet/>
      <dgm:spPr/>
      <dgm:t>
        <a:bodyPr/>
        <a:lstStyle/>
        <a:p>
          <a:r>
            <a:rPr lang="en-US" dirty="0"/>
            <a:t>Mobile app that scans food labels in real-time</a:t>
          </a:r>
        </a:p>
      </dgm:t>
    </dgm:pt>
    <dgm:pt modelId="{9E8D689C-99D2-4229-B95F-1823C38E4D43}" type="parTrans" cxnId="{CC7E431C-2FD9-43E4-B5BA-23ADF224DAA0}">
      <dgm:prSet/>
      <dgm:spPr/>
      <dgm:t>
        <a:bodyPr/>
        <a:lstStyle/>
        <a:p>
          <a:endParaRPr lang="en-US"/>
        </a:p>
      </dgm:t>
    </dgm:pt>
    <dgm:pt modelId="{415AA6F6-C6BB-4BCE-8CFE-65B7376AD236}" type="sibTrans" cxnId="{CC7E431C-2FD9-43E4-B5BA-23ADF224DAA0}">
      <dgm:prSet/>
      <dgm:spPr/>
      <dgm:t>
        <a:bodyPr/>
        <a:lstStyle/>
        <a:p>
          <a:endParaRPr lang="en-US"/>
        </a:p>
      </dgm:t>
    </dgm:pt>
    <dgm:pt modelId="{45E963F5-6E6C-41EA-8017-8978EC2C3156}">
      <dgm:prSet/>
      <dgm:spPr/>
      <dgm:t>
        <a:bodyPr/>
        <a:lstStyle/>
        <a:p>
          <a:r>
            <a:rPr lang="en-US"/>
            <a:t>Instantly detects potential allergens</a:t>
          </a:r>
        </a:p>
      </dgm:t>
    </dgm:pt>
    <dgm:pt modelId="{94454B5E-5E7B-4A5D-AA84-117116086BC6}" type="parTrans" cxnId="{7F7C0513-CD32-45A5-B6FD-8CB16A63AA7D}">
      <dgm:prSet/>
      <dgm:spPr/>
      <dgm:t>
        <a:bodyPr/>
        <a:lstStyle/>
        <a:p>
          <a:endParaRPr lang="en-US"/>
        </a:p>
      </dgm:t>
    </dgm:pt>
    <dgm:pt modelId="{A1680542-130D-4599-A7C9-B59D047830C1}" type="sibTrans" cxnId="{7F7C0513-CD32-45A5-B6FD-8CB16A63AA7D}">
      <dgm:prSet/>
      <dgm:spPr/>
      <dgm:t>
        <a:bodyPr/>
        <a:lstStyle/>
        <a:p>
          <a:endParaRPr lang="en-US"/>
        </a:p>
      </dgm:t>
    </dgm:pt>
    <dgm:pt modelId="{697C3A15-8202-4522-9A04-C43E85EC9449}">
      <dgm:prSet/>
      <dgm:spPr/>
      <dgm:t>
        <a:bodyPr/>
        <a:lstStyle/>
        <a:p>
          <a:r>
            <a:rPr lang="en-US"/>
            <a:t>Works fully offline - no internet required</a:t>
          </a:r>
        </a:p>
      </dgm:t>
    </dgm:pt>
    <dgm:pt modelId="{EC844E8E-F5A1-4E27-A6E2-916F189180DA}" type="parTrans" cxnId="{295325D0-225D-4B58-9645-041C5FD30EB3}">
      <dgm:prSet/>
      <dgm:spPr/>
      <dgm:t>
        <a:bodyPr/>
        <a:lstStyle/>
        <a:p>
          <a:endParaRPr lang="en-US"/>
        </a:p>
      </dgm:t>
    </dgm:pt>
    <dgm:pt modelId="{4571436E-BC3D-4AB2-9A8B-F574A5460130}" type="sibTrans" cxnId="{295325D0-225D-4B58-9645-041C5FD30EB3}">
      <dgm:prSet/>
      <dgm:spPr/>
      <dgm:t>
        <a:bodyPr/>
        <a:lstStyle/>
        <a:p>
          <a:endParaRPr lang="en-US"/>
        </a:p>
      </dgm:t>
    </dgm:pt>
    <dgm:pt modelId="{A110255F-9641-4FD2-9D35-334C3FCE43D8}">
      <dgm:prSet/>
      <dgm:spPr/>
      <dgm:t>
        <a:bodyPr/>
        <a:lstStyle/>
        <a:p>
          <a:r>
            <a:rPr lang="en-US"/>
            <a:t>Bilingual support (English/French)</a:t>
          </a:r>
        </a:p>
      </dgm:t>
    </dgm:pt>
    <dgm:pt modelId="{6CF76887-607F-4998-A1D6-ED7299C868FA}" type="parTrans" cxnId="{48DFCFE3-5667-428F-BB08-C53D177EC7FB}">
      <dgm:prSet/>
      <dgm:spPr/>
      <dgm:t>
        <a:bodyPr/>
        <a:lstStyle/>
        <a:p>
          <a:endParaRPr lang="en-US"/>
        </a:p>
      </dgm:t>
    </dgm:pt>
    <dgm:pt modelId="{411756A2-8210-4787-9CA4-7D1DC4CD555A}" type="sibTrans" cxnId="{48DFCFE3-5667-428F-BB08-C53D177EC7FB}">
      <dgm:prSet/>
      <dgm:spPr/>
      <dgm:t>
        <a:bodyPr/>
        <a:lstStyle/>
        <a:p>
          <a:endParaRPr lang="en-US"/>
        </a:p>
      </dgm:t>
    </dgm:pt>
    <dgm:pt modelId="{2D51DAC8-1F08-4F5D-851E-AE844D24D2AC}">
      <dgm:prSet/>
      <dgm:spPr/>
      <dgm:t>
        <a:bodyPr/>
        <a:lstStyle/>
        <a:p>
          <a:r>
            <a:rPr lang="en-US"/>
            <a:t>Personalized to user's specific allergies</a:t>
          </a:r>
        </a:p>
      </dgm:t>
    </dgm:pt>
    <dgm:pt modelId="{45896B55-A7A2-4C72-99E1-19D6ABDEC456}" type="parTrans" cxnId="{0D3494E8-CFE8-4CC9-8AE0-C6C50A59FDE6}">
      <dgm:prSet/>
      <dgm:spPr/>
      <dgm:t>
        <a:bodyPr/>
        <a:lstStyle/>
        <a:p>
          <a:endParaRPr lang="en-US"/>
        </a:p>
      </dgm:t>
    </dgm:pt>
    <dgm:pt modelId="{62430D6D-B482-4E75-90BE-17841D0817CD}" type="sibTrans" cxnId="{0D3494E8-CFE8-4CC9-8AE0-C6C50A59FDE6}">
      <dgm:prSet/>
      <dgm:spPr/>
      <dgm:t>
        <a:bodyPr/>
        <a:lstStyle/>
        <a:p>
          <a:endParaRPr lang="en-US"/>
        </a:p>
      </dgm:t>
    </dgm:pt>
    <dgm:pt modelId="{07FC3990-4204-44EC-B05C-123AADC9FD97}" type="pres">
      <dgm:prSet presAssocID="{EFE88074-7AD8-4C01-BBEB-638A2FAB6BFD}" presName="linear" presStyleCnt="0">
        <dgm:presLayoutVars>
          <dgm:animLvl val="lvl"/>
          <dgm:resizeHandles val="exact"/>
        </dgm:presLayoutVars>
      </dgm:prSet>
      <dgm:spPr/>
    </dgm:pt>
    <dgm:pt modelId="{AE21595F-9679-48D9-A915-90C2E43EE000}" type="pres">
      <dgm:prSet presAssocID="{1BE82878-9FD8-40EC-9920-E96868BFC924}" presName="parentText" presStyleLbl="node1" presStyleIdx="0" presStyleCnt="5" custLinFactY="-23216" custLinFactNeighborY="-100000">
        <dgm:presLayoutVars>
          <dgm:chMax val="0"/>
          <dgm:bulletEnabled val="1"/>
        </dgm:presLayoutVars>
      </dgm:prSet>
      <dgm:spPr/>
    </dgm:pt>
    <dgm:pt modelId="{B77316FA-1708-48ED-8553-B25867C1BA32}" type="pres">
      <dgm:prSet presAssocID="{415AA6F6-C6BB-4BCE-8CFE-65B7376AD236}" presName="spacer" presStyleCnt="0"/>
      <dgm:spPr/>
    </dgm:pt>
    <dgm:pt modelId="{96BAD5E2-72CB-47D8-8D0A-14070741C071}" type="pres">
      <dgm:prSet presAssocID="{45E963F5-6E6C-41EA-8017-8978EC2C3156}" presName="parentText" presStyleLbl="node1" presStyleIdx="1" presStyleCnt="5" custLinFactNeighborY="-54275">
        <dgm:presLayoutVars>
          <dgm:chMax val="0"/>
          <dgm:bulletEnabled val="1"/>
        </dgm:presLayoutVars>
      </dgm:prSet>
      <dgm:spPr/>
    </dgm:pt>
    <dgm:pt modelId="{BE3CB6ED-E448-43BE-9521-F79F2F6FC9A0}" type="pres">
      <dgm:prSet presAssocID="{A1680542-130D-4599-A7C9-B59D047830C1}" presName="spacer" presStyleCnt="0"/>
      <dgm:spPr/>
    </dgm:pt>
    <dgm:pt modelId="{EE1AFB6E-F835-4E9E-B53A-02413FB66A77}" type="pres">
      <dgm:prSet presAssocID="{697C3A15-8202-4522-9A04-C43E85EC9449}" presName="parentText" presStyleLbl="node1" presStyleIdx="2" presStyleCnt="5" custLinFactY="3165" custLinFactNeighborY="100000">
        <dgm:presLayoutVars>
          <dgm:chMax val="0"/>
          <dgm:bulletEnabled val="1"/>
        </dgm:presLayoutVars>
      </dgm:prSet>
      <dgm:spPr/>
    </dgm:pt>
    <dgm:pt modelId="{39D2579D-280B-4CD4-BC30-86D740D15072}" type="pres">
      <dgm:prSet presAssocID="{4571436E-BC3D-4AB2-9A8B-F574A5460130}" presName="spacer" presStyleCnt="0"/>
      <dgm:spPr/>
    </dgm:pt>
    <dgm:pt modelId="{8902C1E8-E101-4F49-AF35-F268B77DA5A9}" type="pres">
      <dgm:prSet presAssocID="{A110255F-9641-4FD2-9D35-334C3FCE43D8}" presName="parentText" presStyleLbl="node1" presStyleIdx="3" presStyleCnt="5" custLinFactY="24679" custLinFactNeighborY="100000">
        <dgm:presLayoutVars>
          <dgm:chMax val="0"/>
          <dgm:bulletEnabled val="1"/>
        </dgm:presLayoutVars>
      </dgm:prSet>
      <dgm:spPr/>
    </dgm:pt>
    <dgm:pt modelId="{EDB767F4-0EEE-4101-BA6E-9E5ED776FC73}" type="pres">
      <dgm:prSet presAssocID="{411756A2-8210-4787-9CA4-7D1DC4CD555A}" presName="spacer" presStyleCnt="0"/>
      <dgm:spPr/>
    </dgm:pt>
    <dgm:pt modelId="{03DE4279-2388-46B5-B91A-B47BF1FA2BA3}" type="pres">
      <dgm:prSet presAssocID="{2D51DAC8-1F08-4F5D-851E-AE844D24D2AC}" presName="parentText" presStyleLbl="node1" presStyleIdx="4" presStyleCnt="5" custLinFactY="47824" custLinFactNeighborY="100000">
        <dgm:presLayoutVars>
          <dgm:chMax val="0"/>
          <dgm:bulletEnabled val="1"/>
        </dgm:presLayoutVars>
      </dgm:prSet>
      <dgm:spPr/>
    </dgm:pt>
  </dgm:ptLst>
  <dgm:cxnLst>
    <dgm:cxn modelId="{913B9500-FD42-4B8D-B5AF-6C9992D7A1CC}" type="presOf" srcId="{697C3A15-8202-4522-9A04-C43E85EC9449}" destId="{EE1AFB6E-F835-4E9E-B53A-02413FB66A77}" srcOrd="0" destOrd="0" presId="urn:microsoft.com/office/officeart/2005/8/layout/vList2"/>
    <dgm:cxn modelId="{7F7C0513-CD32-45A5-B6FD-8CB16A63AA7D}" srcId="{EFE88074-7AD8-4C01-BBEB-638A2FAB6BFD}" destId="{45E963F5-6E6C-41EA-8017-8978EC2C3156}" srcOrd="1" destOrd="0" parTransId="{94454B5E-5E7B-4A5D-AA84-117116086BC6}" sibTransId="{A1680542-130D-4599-A7C9-B59D047830C1}"/>
    <dgm:cxn modelId="{F54BA413-51CD-4497-BF8D-D1A97EB1581B}" type="presOf" srcId="{2D51DAC8-1F08-4F5D-851E-AE844D24D2AC}" destId="{03DE4279-2388-46B5-B91A-B47BF1FA2BA3}" srcOrd="0" destOrd="0" presId="urn:microsoft.com/office/officeart/2005/8/layout/vList2"/>
    <dgm:cxn modelId="{CC7E431C-2FD9-43E4-B5BA-23ADF224DAA0}" srcId="{EFE88074-7AD8-4C01-BBEB-638A2FAB6BFD}" destId="{1BE82878-9FD8-40EC-9920-E96868BFC924}" srcOrd="0" destOrd="0" parTransId="{9E8D689C-99D2-4229-B95F-1823C38E4D43}" sibTransId="{415AA6F6-C6BB-4BCE-8CFE-65B7376AD236}"/>
    <dgm:cxn modelId="{EC431741-F217-449E-9352-97D371F58664}" type="presOf" srcId="{EFE88074-7AD8-4C01-BBEB-638A2FAB6BFD}" destId="{07FC3990-4204-44EC-B05C-123AADC9FD97}" srcOrd="0" destOrd="0" presId="urn:microsoft.com/office/officeart/2005/8/layout/vList2"/>
    <dgm:cxn modelId="{9E8E7352-C738-4475-B097-397F3CD0A136}" type="presOf" srcId="{A110255F-9641-4FD2-9D35-334C3FCE43D8}" destId="{8902C1E8-E101-4F49-AF35-F268B77DA5A9}" srcOrd="0" destOrd="0" presId="urn:microsoft.com/office/officeart/2005/8/layout/vList2"/>
    <dgm:cxn modelId="{81CC0458-0DC4-46C4-A879-E174A366DA04}" type="presOf" srcId="{45E963F5-6E6C-41EA-8017-8978EC2C3156}" destId="{96BAD5E2-72CB-47D8-8D0A-14070741C071}" srcOrd="0" destOrd="0" presId="urn:microsoft.com/office/officeart/2005/8/layout/vList2"/>
    <dgm:cxn modelId="{3253B680-CDEC-46C5-840E-7577B91A1D9F}" type="presOf" srcId="{1BE82878-9FD8-40EC-9920-E96868BFC924}" destId="{AE21595F-9679-48D9-A915-90C2E43EE000}" srcOrd="0" destOrd="0" presId="urn:microsoft.com/office/officeart/2005/8/layout/vList2"/>
    <dgm:cxn modelId="{295325D0-225D-4B58-9645-041C5FD30EB3}" srcId="{EFE88074-7AD8-4C01-BBEB-638A2FAB6BFD}" destId="{697C3A15-8202-4522-9A04-C43E85EC9449}" srcOrd="2" destOrd="0" parTransId="{EC844E8E-F5A1-4E27-A6E2-916F189180DA}" sibTransId="{4571436E-BC3D-4AB2-9A8B-F574A5460130}"/>
    <dgm:cxn modelId="{48DFCFE3-5667-428F-BB08-C53D177EC7FB}" srcId="{EFE88074-7AD8-4C01-BBEB-638A2FAB6BFD}" destId="{A110255F-9641-4FD2-9D35-334C3FCE43D8}" srcOrd="3" destOrd="0" parTransId="{6CF76887-607F-4998-A1D6-ED7299C868FA}" sibTransId="{411756A2-8210-4787-9CA4-7D1DC4CD555A}"/>
    <dgm:cxn modelId="{0D3494E8-CFE8-4CC9-8AE0-C6C50A59FDE6}" srcId="{EFE88074-7AD8-4C01-BBEB-638A2FAB6BFD}" destId="{2D51DAC8-1F08-4F5D-851E-AE844D24D2AC}" srcOrd="4" destOrd="0" parTransId="{45896B55-A7A2-4C72-99E1-19D6ABDEC456}" sibTransId="{62430D6D-B482-4E75-90BE-17841D0817CD}"/>
    <dgm:cxn modelId="{505AAF1A-5A76-4DEB-B7D3-B1B39FEE3188}" type="presParOf" srcId="{07FC3990-4204-44EC-B05C-123AADC9FD97}" destId="{AE21595F-9679-48D9-A915-90C2E43EE000}" srcOrd="0" destOrd="0" presId="urn:microsoft.com/office/officeart/2005/8/layout/vList2"/>
    <dgm:cxn modelId="{64D9F17B-3881-4AA9-BE02-62A7EA05FF71}" type="presParOf" srcId="{07FC3990-4204-44EC-B05C-123AADC9FD97}" destId="{B77316FA-1708-48ED-8553-B25867C1BA32}" srcOrd="1" destOrd="0" presId="urn:microsoft.com/office/officeart/2005/8/layout/vList2"/>
    <dgm:cxn modelId="{0C9B2B7C-CB7E-4AA9-9184-555881EF107D}" type="presParOf" srcId="{07FC3990-4204-44EC-B05C-123AADC9FD97}" destId="{96BAD5E2-72CB-47D8-8D0A-14070741C071}" srcOrd="2" destOrd="0" presId="urn:microsoft.com/office/officeart/2005/8/layout/vList2"/>
    <dgm:cxn modelId="{EC904591-45AF-4FA5-AB72-76A65934B5A9}" type="presParOf" srcId="{07FC3990-4204-44EC-B05C-123AADC9FD97}" destId="{BE3CB6ED-E448-43BE-9521-F79F2F6FC9A0}" srcOrd="3" destOrd="0" presId="urn:microsoft.com/office/officeart/2005/8/layout/vList2"/>
    <dgm:cxn modelId="{07BDA9CA-B5DA-4A31-BBEB-D243FF982CBE}" type="presParOf" srcId="{07FC3990-4204-44EC-B05C-123AADC9FD97}" destId="{EE1AFB6E-F835-4E9E-B53A-02413FB66A77}" srcOrd="4" destOrd="0" presId="urn:microsoft.com/office/officeart/2005/8/layout/vList2"/>
    <dgm:cxn modelId="{A5704203-422B-466D-9888-17A7D784CA2B}" type="presParOf" srcId="{07FC3990-4204-44EC-B05C-123AADC9FD97}" destId="{39D2579D-280B-4CD4-BC30-86D740D15072}" srcOrd="5" destOrd="0" presId="urn:microsoft.com/office/officeart/2005/8/layout/vList2"/>
    <dgm:cxn modelId="{34441426-1F46-4C64-9BB5-271CA2D2845C}" type="presParOf" srcId="{07FC3990-4204-44EC-B05C-123AADC9FD97}" destId="{8902C1E8-E101-4F49-AF35-F268B77DA5A9}" srcOrd="6" destOrd="0" presId="urn:microsoft.com/office/officeart/2005/8/layout/vList2"/>
    <dgm:cxn modelId="{C8E84ABF-9308-450E-A7B5-4F15A9FB04EC}" type="presParOf" srcId="{07FC3990-4204-44EC-B05C-123AADC9FD97}" destId="{EDB767F4-0EEE-4101-BA6E-9E5ED776FC73}" srcOrd="7" destOrd="0" presId="urn:microsoft.com/office/officeart/2005/8/layout/vList2"/>
    <dgm:cxn modelId="{88DF747D-A8F0-40AE-8189-AC15030212B6}" type="presParOf" srcId="{07FC3990-4204-44EC-B05C-123AADC9FD97}" destId="{03DE4279-2388-46B5-B91A-B47BF1FA2BA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5272E1-60AE-4394-BBE1-D4CB312CA9D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B52A90-7300-410E-B711-F02A7415796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Scan</a:t>
          </a:r>
          <a:r>
            <a:rPr lang="en-IN" dirty="0"/>
            <a:t>: Point camera at ingredients list</a:t>
          </a:r>
          <a:endParaRPr lang="en-US" dirty="0"/>
        </a:p>
      </dgm:t>
    </dgm:pt>
    <dgm:pt modelId="{E8B5342E-E159-4F3A-9F6F-161649CF625D}" type="parTrans" cxnId="{C57A01FC-34E5-401A-A6F4-7C10373DDE04}">
      <dgm:prSet/>
      <dgm:spPr/>
      <dgm:t>
        <a:bodyPr/>
        <a:lstStyle/>
        <a:p>
          <a:endParaRPr lang="en-US"/>
        </a:p>
      </dgm:t>
    </dgm:pt>
    <dgm:pt modelId="{791F3ECF-189E-48B2-A1D1-A9EDB13CABD2}" type="sibTrans" cxnId="{C57A01FC-34E5-401A-A6F4-7C10373DDE0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9F3993-B7AA-455D-8118-FAE064D27BD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Detect</a:t>
          </a:r>
          <a:r>
            <a:rPr lang="en-IN" dirty="0"/>
            <a:t>: AI identifies "Ingredients/</a:t>
          </a:r>
          <a:r>
            <a:rPr lang="en-IN" dirty="0" err="1"/>
            <a:t>Ingrédients</a:t>
          </a:r>
          <a:r>
            <a:rPr lang="en-IN" dirty="0"/>
            <a:t>" section</a:t>
          </a:r>
          <a:endParaRPr lang="en-US" dirty="0"/>
        </a:p>
      </dgm:t>
    </dgm:pt>
    <dgm:pt modelId="{C9DE6924-EDAD-488E-82E8-6FC01E15123C}" type="parTrans" cxnId="{36C22AA3-46EA-4432-A1C8-4EA948DEFEFF}">
      <dgm:prSet/>
      <dgm:spPr/>
      <dgm:t>
        <a:bodyPr/>
        <a:lstStyle/>
        <a:p>
          <a:endParaRPr lang="en-US"/>
        </a:p>
      </dgm:t>
    </dgm:pt>
    <dgm:pt modelId="{9BC02603-2C6C-4ADB-82EA-68D9990D1864}" type="sibTrans" cxnId="{36C22AA3-46EA-4432-A1C8-4EA948DEFEF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9BFBDAA-14AD-4E23-AF9C-A35BFB77CD7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 err="1"/>
            <a:t>Analyze</a:t>
          </a:r>
          <a:r>
            <a:rPr lang="en-IN" dirty="0"/>
            <a:t>: Scans for 200+ common Canadian food allergens</a:t>
          </a:r>
          <a:endParaRPr lang="en-US" dirty="0"/>
        </a:p>
      </dgm:t>
    </dgm:pt>
    <dgm:pt modelId="{34F40E77-9CEC-469A-96C3-EC297B61E8DE}" type="parTrans" cxnId="{75729641-B1D5-4AFA-9010-3BEDBA970CB1}">
      <dgm:prSet/>
      <dgm:spPr/>
      <dgm:t>
        <a:bodyPr/>
        <a:lstStyle/>
        <a:p>
          <a:endParaRPr lang="en-US"/>
        </a:p>
      </dgm:t>
    </dgm:pt>
    <dgm:pt modelId="{E41D8700-497F-40B8-BC2C-F4548B782CF5}" type="sibTrans" cxnId="{75729641-B1D5-4AFA-9010-3BEDBA970C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1709302-7DD5-44DC-944E-FF19CA60CAF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Alert</a:t>
          </a:r>
          <a:r>
            <a:rPr lang="en-IN" dirty="0"/>
            <a:t>: Immediate notification of potential allergens</a:t>
          </a:r>
          <a:endParaRPr lang="en-US" dirty="0"/>
        </a:p>
      </dgm:t>
    </dgm:pt>
    <dgm:pt modelId="{E63FB29B-CF28-4932-BAFE-51CD5B814382}" type="parTrans" cxnId="{E27D5F66-58A3-407D-AACF-27A46C3C4B9F}">
      <dgm:prSet/>
      <dgm:spPr/>
      <dgm:t>
        <a:bodyPr/>
        <a:lstStyle/>
        <a:p>
          <a:endParaRPr lang="en-US"/>
        </a:p>
      </dgm:t>
    </dgm:pt>
    <dgm:pt modelId="{146A7366-D1EF-4DD8-BDEE-8A901BC53879}" type="sibTrans" cxnId="{E27D5F66-58A3-407D-AACF-27A46C3C4B9F}">
      <dgm:prSet/>
      <dgm:spPr/>
      <dgm:t>
        <a:bodyPr/>
        <a:lstStyle/>
        <a:p>
          <a:endParaRPr lang="en-US"/>
        </a:p>
      </dgm:t>
    </dgm:pt>
    <dgm:pt modelId="{3E8907A8-A513-49D6-8A8B-861D9435AB42}" type="pres">
      <dgm:prSet presAssocID="{CE5272E1-60AE-4394-BBE1-D4CB312CA9D8}" presName="root" presStyleCnt="0">
        <dgm:presLayoutVars>
          <dgm:dir/>
          <dgm:resizeHandles val="exact"/>
        </dgm:presLayoutVars>
      </dgm:prSet>
      <dgm:spPr/>
    </dgm:pt>
    <dgm:pt modelId="{4D45C840-221B-4F0E-B932-2FB6B921E67B}" type="pres">
      <dgm:prSet presAssocID="{CE5272E1-60AE-4394-BBE1-D4CB312CA9D8}" presName="container" presStyleCnt="0">
        <dgm:presLayoutVars>
          <dgm:dir/>
          <dgm:resizeHandles val="exact"/>
        </dgm:presLayoutVars>
      </dgm:prSet>
      <dgm:spPr/>
    </dgm:pt>
    <dgm:pt modelId="{2AE51720-DC27-42EA-B5D9-BE2911D331E8}" type="pres">
      <dgm:prSet presAssocID="{CAB52A90-7300-410E-B711-F02A7415796D}" presName="compNode" presStyleCnt="0"/>
      <dgm:spPr/>
    </dgm:pt>
    <dgm:pt modelId="{97EABA9A-71DC-4287-AB2A-9A337747BD12}" type="pres">
      <dgm:prSet presAssocID="{CAB52A90-7300-410E-B711-F02A7415796D}" presName="iconBgRect" presStyleLbl="bgShp" presStyleIdx="0" presStyleCnt="4"/>
      <dgm:spPr/>
    </dgm:pt>
    <dgm:pt modelId="{3863B5AB-C47E-4361-968A-6ABEF907CF6E}" type="pres">
      <dgm:prSet presAssocID="{CAB52A90-7300-410E-B711-F02A7415796D}" presName="iconRect" presStyleLbl="node1" presStyleIdx="0" presStyleCnt="4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8457694A-227E-44EE-86CB-4DC753E64093}" type="pres">
      <dgm:prSet presAssocID="{CAB52A90-7300-410E-B711-F02A7415796D}" presName="spaceRect" presStyleCnt="0"/>
      <dgm:spPr/>
    </dgm:pt>
    <dgm:pt modelId="{0621C14D-025E-43DD-8660-9067F0FF08FD}" type="pres">
      <dgm:prSet presAssocID="{CAB52A90-7300-410E-B711-F02A7415796D}" presName="textRect" presStyleLbl="revTx" presStyleIdx="0" presStyleCnt="4">
        <dgm:presLayoutVars>
          <dgm:chMax val="1"/>
          <dgm:chPref val="1"/>
        </dgm:presLayoutVars>
      </dgm:prSet>
      <dgm:spPr/>
    </dgm:pt>
    <dgm:pt modelId="{12DABB47-0B24-4FD5-B6F2-F0A48F01CE35}" type="pres">
      <dgm:prSet presAssocID="{791F3ECF-189E-48B2-A1D1-A9EDB13CABD2}" presName="sibTrans" presStyleLbl="sibTrans2D1" presStyleIdx="0" presStyleCnt="0"/>
      <dgm:spPr/>
    </dgm:pt>
    <dgm:pt modelId="{7D182ABD-E48B-4A1C-817B-9A53CEB8C183}" type="pres">
      <dgm:prSet presAssocID="{259F3993-B7AA-455D-8118-FAE064D27BDD}" presName="compNode" presStyleCnt="0"/>
      <dgm:spPr/>
    </dgm:pt>
    <dgm:pt modelId="{F859D743-A078-4E9B-A179-41A67059E51B}" type="pres">
      <dgm:prSet presAssocID="{259F3993-B7AA-455D-8118-FAE064D27BDD}" presName="iconBgRect" presStyleLbl="bgShp" presStyleIdx="1" presStyleCnt="4"/>
      <dgm:spPr/>
    </dgm:pt>
    <dgm:pt modelId="{0448C27E-FA9B-429E-AE62-CC2F4B09157A}" type="pres">
      <dgm:prSet presAssocID="{259F3993-B7AA-455D-8118-FAE064D27BDD}" presName="iconRect" presStyleLbl="node1" presStyleIdx="1" presStyleCnt="4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C5027E45-42E3-43FB-BDA0-790B693B0A03}" type="pres">
      <dgm:prSet presAssocID="{259F3993-B7AA-455D-8118-FAE064D27BDD}" presName="spaceRect" presStyleCnt="0"/>
      <dgm:spPr/>
    </dgm:pt>
    <dgm:pt modelId="{681359A4-45CE-4797-96E2-E866B9AE350D}" type="pres">
      <dgm:prSet presAssocID="{259F3993-B7AA-455D-8118-FAE064D27BDD}" presName="textRect" presStyleLbl="revTx" presStyleIdx="1" presStyleCnt="4">
        <dgm:presLayoutVars>
          <dgm:chMax val="1"/>
          <dgm:chPref val="1"/>
        </dgm:presLayoutVars>
      </dgm:prSet>
      <dgm:spPr/>
    </dgm:pt>
    <dgm:pt modelId="{B9A0B4D0-AAF9-4FEE-AA19-406B7AF9BD21}" type="pres">
      <dgm:prSet presAssocID="{9BC02603-2C6C-4ADB-82EA-68D9990D1864}" presName="sibTrans" presStyleLbl="sibTrans2D1" presStyleIdx="0" presStyleCnt="0"/>
      <dgm:spPr/>
    </dgm:pt>
    <dgm:pt modelId="{DAF2EB3E-40F9-421D-B88A-92FF4433F3AD}" type="pres">
      <dgm:prSet presAssocID="{99BFBDAA-14AD-4E23-AF9C-A35BFB77CD7F}" presName="compNode" presStyleCnt="0"/>
      <dgm:spPr/>
    </dgm:pt>
    <dgm:pt modelId="{5DCC9D72-1A09-47FC-8519-085963E463C2}" type="pres">
      <dgm:prSet presAssocID="{99BFBDAA-14AD-4E23-AF9C-A35BFB77CD7F}" presName="iconBgRect" presStyleLbl="bgShp" presStyleIdx="2" presStyleCnt="4"/>
      <dgm:spPr/>
    </dgm:pt>
    <dgm:pt modelId="{30D15796-69ED-4E0F-BB92-8D2BB51297DB}" type="pres">
      <dgm:prSet presAssocID="{99BFBDAA-14AD-4E23-AF9C-A35BFB77CD7F}" presName="iconRect" presStyleLbl="node1" presStyleIdx="2" presStyleCnt="4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E098CD53-9799-494C-8CA7-575416AB1D33}" type="pres">
      <dgm:prSet presAssocID="{99BFBDAA-14AD-4E23-AF9C-A35BFB77CD7F}" presName="spaceRect" presStyleCnt="0"/>
      <dgm:spPr/>
    </dgm:pt>
    <dgm:pt modelId="{AF33E882-3D68-4827-A57C-7F45D789C373}" type="pres">
      <dgm:prSet presAssocID="{99BFBDAA-14AD-4E23-AF9C-A35BFB77CD7F}" presName="textRect" presStyleLbl="revTx" presStyleIdx="2" presStyleCnt="4">
        <dgm:presLayoutVars>
          <dgm:chMax val="1"/>
          <dgm:chPref val="1"/>
        </dgm:presLayoutVars>
      </dgm:prSet>
      <dgm:spPr/>
    </dgm:pt>
    <dgm:pt modelId="{52CBF1F1-816D-4E97-B0B0-92CE98D3CD2A}" type="pres">
      <dgm:prSet presAssocID="{E41D8700-497F-40B8-BC2C-F4548B782CF5}" presName="sibTrans" presStyleLbl="sibTrans2D1" presStyleIdx="0" presStyleCnt="0"/>
      <dgm:spPr/>
    </dgm:pt>
    <dgm:pt modelId="{49101E11-ADCD-4D85-BD0A-D7D1A1C9C34D}" type="pres">
      <dgm:prSet presAssocID="{31709302-7DD5-44DC-944E-FF19CA60CAF4}" presName="compNode" presStyleCnt="0"/>
      <dgm:spPr/>
    </dgm:pt>
    <dgm:pt modelId="{E4F3EA5F-7588-4076-A97D-0B666C446D8B}" type="pres">
      <dgm:prSet presAssocID="{31709302-7DD5-44DC-944E-FF19CA60CAF4}" presName="iconBgRect" presStyleLbl="bgShp" presStyleIdx="3" presStyleCnt="4"/>
      <dgm:spPr/>
    </dgm:pt>
    <dgm:pt modelId="{679BCA2D-6344-4D4E-B555-C0FA59D264B1}" type="pres">
      <dgm:prSet presAssocID="{31709302-7DD5-44DC-944E-FF19CA60CAF4}" presName="iconRect" presStyleLbl="node1" presStyleIdx="3" presStyleCnt="4"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B22AA9E9-49D0-4D94-B6E3-08E895EBCB46}" type="pres">
      <dgm:prSet presAssocID="{31709302-7DD5-44DC-944E-FF19CA60CAF4}" presName="spaceRect" presStyleCnt="0"/>
      <dgm:spPr/>
    </dgm:pt>
    <dgm:pt modelId="{0775C2A9-1B70-40D1-94F8-B6856EE799EB}" type="pres">
      <dgm:prSet presAssocID="{31709302-7DD5-44DC-944E-FF19CA60CAF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A437F02-7E7D-4771-8C2A-69AFEB6CB06F}" type="presOf" srcId="{791F3ECF-189E-48B2-A1D1-A9EDB13CABD2}" destId="{12DABB47-0B24-4FD5-B6F2-F0A48F01CE35}" srcOrd="0" destOrd="0" presId="urn:microsoft.com/office/officeart/2018/2/layout/IconCircleList"/>
    <dgm:cxn modelId="{BF1E1D0A-5BF1-49B8-8E23-DA3781948E45}" type="presOf" srcId="{259F3993-B7AA-455D-8118-FAE064D27BDD}" destId="{681359A4-45CE-4797-96E2-E866B9AE350D}" srcOrd="0" destOrd="0" presId="urn:microsoft.com/office/officeart/2018/2/layout/IconCircleList"/>
    <dgm:cxn modelId="{88A01419-C157-421C-9A82-6FF903B0B39E}" type="presOf" srcId="{E41D8700-497F-40B8-BC2C-F4548B782CF5}" destId="{52CBF1F1-816D-4E97-B0B0-92CE98D3CD2A}" srcOrd="0" destOrd="0" presId="urn:microsoft.com/office/officeart/2018/2/layout/IconCircleList"/>
    <dgm:cxn modelId="{BC2FBE28-E47D-470A-8A2E-6FFC56D13EAC}" type="presOf" srcId="{9BC02603-2C6C-4ADB-82EA-68D9990D1864}" destId="{B9A0B4D0-AAF9-4FEE-AA19-406B7AF9BD21}" srcOrd="0" destOrd="0" presId="urn:microsoft.com/office/officeart/2018/2/layout/IconCircleList"/>
    <dgm:cxn modelId="{75729641-B1D5-4AFA-9010-3BEDBA970CB1}" srcId="{CE5272E1-60AE-4394-BBE1-D4CB312CA9D8}" destId="{99BFBDAA-14AD-4E23-AF9C-A35BFB77CD7F}" srcOrd="2" destOrd="0" parTransId="{34F40E77-9CEC-469A-96C3-EC297B61E8DE}" sibTransId="{E41D8700-497F-40B8-BC2C-F4548B782CF5}"/>
    <dgm:cxn modelId="{E27D5F66-58A3-407D-AACF-27A46C3C4B9F}" srcId="{CE5272E1-60AE-4394-BBE1-D4CB312CA9D8}" destId="{31709302-7DD5-44DC-944E-FF19CA60CAF4}" srcOrd="3" destOrd="0" parTransId="{E63FB29B-CF28-4932-BAFE-51CD5B814382}" sibTransId="{146A7366-D1EF-4DD8-BDEE-8A901BC53879}"/>
    <dgm:cxn modelId="{6C2DEA71-D296-4730-B77B-E03670C2DBDE}" type="presOf" srcId="{99BFBDAA-14AD-4E23-AF9C-A35BFB77CD7F}" destId="{AF33E882-3D68-4827-A57C-7F45D789C373}" srcOrd="0" destOrd="0" presId="urn:microsoft.com/office/officeart/2018/2/layout/IconCircleList"/>
    <dgm:cxn modelId="{D27A2A81-D753-47E0-916E-53AC88165725}" type="presOf" srcId="{CAB52A90-7300-410E-B711-F02A7415796D}" destId="{0621C14D-025E-43DD-8660-9067F0FF08FD}" srcOrd="0" destOrd="0" presId="urn:microsoft.com/office/officeart/2018/2/layout/IconCircleList"/>
    <dgm:cxn modelId="{64969A86-53C6-4DC5-BDAC-97FC62CB63B4}" type="presOf" srcId="{CE5272E1-60AE-4394-BBE1-D4CB312CA9D8}" destId="{3E8907A8-A513-49D6-8A8B-861D9435AB42}" srcOrd="0" destOrd="0" presId="urn:microsoft.com/office/officeart/2018/2/layout/IconCircleList"/>
    <dgm:cxn modelId="{36C22AA3-46EA-4432-A1C8-4EA948DEFEFF}" srcId="{CE5272E1-60AE-4394-BBE1-D4CB312CA9D8}" destId="{259F3993-B7AA-455D-8118-FAE064D27BDD}" srcOrd="1" destOrd="0" parTransId="{C9DE6924-EDAD-488E-82E8-6FC01E15123C}" sibTransId="{9BC02603-2C6C-4ADB-82EA-68D9990D1864}"/>
    <dgm:cxn modelId="{1FC826B3-EDA9-4D6F-9F63-3DA7EB371C03}" type="presOf" srcId="{31709302-7DD5-44DC-944E-FF19CA60CAF4}" destId="{0775C2A9-1B70-40D1-94F8-B6856EE799EB}" srcOrd="0" destOrd="0" presId="urn:microsoft.com/office/officeart/2018/2/layout/IconCircleList"/>
    <dgm:cxn modelId="{C57A01FC-34E5-401A-A6F4-7C10373DDE04}" srcId="{CE5272E1-60AE-4394-BBE1-D4CB312CA9D8}" destId="{CAB52A90-7300-410E-B711-F02A7415796D}" srcOrd="0" destOrd="0" parTransId="{E8B5342E-E159-4F3A-9F6F-161649CF625D}" sibTransId="{791F3ECF-189E-48B2-A1D1-A9EDB13CABD2}"/>
    <dgm:cxn modelId="{8EDA2ABA-78BA-4CEC-A6C8-4516564BD325}" type="presParOf" srcId="{3E8907A8-A513-49D6-8A8B-861D9435AB42}" destId="{4D45C840-221B-4F0E-B932-2FB6B921E67B}" srcOrd="0" destOrd="0" presId="urn:microsoft.com/office/officeart/2018/2/layout/IconCircleList"/>
    <dgm:cxn modelId="{84E7A94D-3BC6-4D34-8FCB-A0FBB7F15174}" type="presParOf" srcId="{4D45C840-221B-4F0E-B932-2FB6B921E67B}" destId="{2AE51720-DC27-42EA-B5D9-BE2911D331E8}" srcOrd="0" destOrd="0" presId="urn:microsoft.com/office/officeart/2018/2/layout/IconCircleList"/>
    <dgm:cxn modelId="{00A5C036-92E7-421F-9BF5-C65761A159EC}" type="presParOf" srcId="{2AE51720-DC27-42EA-B5D9-BE2911D331E8}" destId="{97EABA9A-71DC-4287-AB2A-9A337747BD12}" srcOrd="0" destOrd="0" presId="urn:microsoft.com/office/officeart/2018/2/layout/IconCircleList"/>
    <dgm:cxn modelId="{D80814F9-0B6C-467E-933C-FA4652B87304}" type="presParOf" srcId="{2AE51720-DC27-42EA-B5D9-BE2911D331E8}" destId="{3863B5AB-C47E-4361-968A-6ABEF907CF6E}" srcOrd="1" destOrd="0" presId="urn:microsoft.com/office/officeart/2018/2/layout/IconCircleList"/>
    <dgm:cxn modelId="{C4A20499-AA12-4C82-9B2C-932A946AC2A6}" type="presParOf" srcId="{2AE51720-DC27-42EA-B5D9-BE2911D331E8}" destId="{8457694A-227E-44EE-86CB-4DC753E64093}" srcOrd="2" destOrd="0" presId="urn:microsoft.com/office/officeart/2018/2/layout/IconCircleList"/>
    <dgm:cxn modelId="{7910A42A-6292-4CE5-8430-3D1060E3112A}" type="presParOf" srcId="{2AE51720-DC27-42EA-B5D9-BE2911D331E8}" destId="{0621C14D-025E-43DD-8660-9067F0FF08FD}" srcOrd="3" destOrd="0" presId="urn:microsoft.com/office/officeart/2018/2/layout/IconCircleList"/>
    <dgm:cxn modelId="{A133D75A-715C-4657-9883-0996605D45AA}" type="presParOf" srcId="{4D45C840-221B-4F0E-B932-2FB6B921E67B}" destId="{12DABB47-0B24-4FD5-B6F2-F0A48F01CE35}" srcOrd="1" destOrd="0" presId="urn:microsoft.com/office/officeart/2018/2/layout/IconCircleList"/>
    <dgm:cxn modelId="{2A3759E9-B52A-4458-A71A-E011DDCA21E8}" type="presParOf" srcId="{4D45C840-221B-4F0E-B932-2FB6B921E67B}" destId="{7D182ABD-E48B-4A1C-817B-9A53CEB8C183}" srcOrd="2" destOrd="0" presId="urn:microsoft.com/office/officeart/2018/2/layout/IconCircleList"/>
    <dgm:cxn modelId="{1C5CBDFD-8D97-4195-980F-C3AC3075069F}" type="presParOf" srcId="{7D182ABD-E48B-4A1C-817B-9A53CEB8C183}" destId="{F859D743-A078-4E9B-A179-41A67059E51B}" srcOrd="0" destOrd="0" presId="urn:microsoft.com/office/officeart/2018/2/layout/IconCircleList"/>
    <dgm:cxn modelId="{9C5E5DF2-2F5A-4476-BCFD-E36070BC3C18}" type="presParOf" srcId="{7D182ABD-E48B-4A1C-817B-9A53CEB8C183}" destId="{0448C27E-FA9B-429E-AE62-CC2F4B09157A}" srcOrd="1" destOrd="0" presId="urn:microsoft.com/office/officeart/2018/2/layout/IconCircleList"/>
    <dgm:cxn modelId="{85D84926-C1A5-4071-B479-49CB61DA753B}" type="presParOf" srcId="{7D182ABD-E48B-4A1C-817B-9A53CEB8C183}" destId="{C5027E45-42E3-43FB-BDA0-790B693B0A03}" srcOrd="2" destOrd="0" presId="urn:microsoft.com/office/officeart/2018/2/layout/IconCircleList"/>
    <dgm:cxn modelId="{DC6E2D98-D85D-42E3-8851-BEA07F49520A}" type="presParOf" srcId="{7D182ABD-E48B-4A1C-817B-9A53CEB8C183}" destId="{681359A4-45CE-4797-96E2-E866B9AE350D}" srcOrd="3" destOrd="0" presId="urn:microsoft.com/office/officeart/2018/2/layout/IconCircleList"/>
    <dgm:cxn modelId="{2A8243D0-DA8B-47C7-AE61-412BBC2B7C5B}" type="presParOf" srcId="{4D45C840-221B-4F0E-B932-2FB6B921E67B}" destId="{B9A0B4D0-AAF9-4FEE-AA19-406B7AF9BD21}" srcOrd="3" destOrd="0" presId="urn:microsoft.com/office/officeart/2018/2/layout/IconCircleList"/>
    <dgm:cxn modelId="{E1AF5955-C267-4242-B0E9-4FE2111B6A3D}" type="presParOf" srcId="{4D45C840-221B-4F0E-B932-2FB6B921E67B}" destId="{DAF2EB3E-40F9-421D-B88A-92FF4433F3AD}" srcOrd="4" destOrd="0" presId="urn:microsoft.com/office/officeart/2018/2/layout/IconCircleList"/>
    <dgm:cxn modelId="{BC660D1D-AED4-4068-8281-32A6E8DD7D70}" type="presParOf" srcId="{DAF2EB3E-40F9-421D-B88A-92FF4433F3AD}" destId="{5DCC9D72-1A09-47FC-8519-085963E463C2}" srcOrd="0" destOrd="0" presId="urn:microsoft.com/office/officeart/2018/2/layout/IconCircleList"/>
    <dgm:cxn modelId="{E6B71535-6126-4A7F-9588-36FAB9A9385A}" type="presParOf" srcId="{DAF2EB3E-40F9-421D-B88A-92FF4433F3AD}" destId="{30D15796-69ED-4E0F-BB92-8D2BB51297DB}" srcOrd="1" destOrd="0" presId="urn:microsoft.com/office/officeart/2018/2/layout/IconCircleList"/>
    <dgm:cxn modelId="{53A6AFEC-A378-4E45-B686-2EF04C059B4B}" type="presParOf" srcId="{DAF2EB3E-40F9-421D-B88A-92FF4433F3AD}" destId="{E098CD53-9799-494C-8CA7-575416AB1D33}" srcOrd="2" destOrd="0" presId="urn:microsoft.com/office/officeart/2018/2/layout/IconCircleList"/>
    <dgm:cxn modelId="{A9D4B9C4-3D02-4A97-900E-3499E76E6F1B}" type="presParOf" srcId="{DAF2EB3E-40F9-421D-B88A-92FF4433F3AD}" destId="{AF33E882-3D68-4827-A57C-7F45D789C373}" srcOrd="3" destOrd="0" presId="urn:microsoft.com/office/officeart/2018/2/layout/IconCircleList"/>
    <dgm:cxn modelId="{E923FE25-F33B-4E87-B4B4-08727DB42FF2}" type="presParOf" srcId="{4D45C840-221B-4F0E-B932-2FB6B921E67B}" destId="{52CBF1F1-816D-4E97-B0B0-92CE98D3CD2A}" srcOrd="5" destOrd="0" presId="urn:microsoft.com/office/officeart/2018/2/layout/IconCircleList"/>
    <dgm:cxn modelId="{0C2A93E9-522E-40AA-962B-5541E7E31ED7}" type="presParOf" srcId="{4D45C840-221B-4F0E-B932-2FB6B921E67B}" destId="{49101E11-ADCD-4D85-BD0A-D7D1A1C9C34D}" srcOrd="6" destOrd="0" presId="urn:microsoft.com/office/officeart/2018/2/layout/IconCircleList"/>
    <dgm:cxn modelId="{FF49D6A4-14BD-4DFE-943F-80E29C40661F}" type="presParOf" srcId="{49101E11-ADCD-4D85-BD0A-D7D1A1C9C34D}" destId="{E4F3EA5F-7588-4076-A97D-0B666C446D8B}" srcOrd="0" destOrd="0" presId="urn:microsoft.com/office/officeart/2018/2/layout/IconCircleList"/>
    <dgm:cxn modelId="{03D56D2B-C2F2-44C5-86DD-A30E66BA48E9}" type="presParOf" srcId="{49101E11-ADCD-4D85-BD0A-D7D1A1C9C34D}" destId="{679BCA2D-6344-4D4E-B555-C0FA59D264B1}" srcOrd="1" destOrd="0" presId="urn:microsoft.com/office/officeart/2018/2/layout/IconCircleList"/>
    <dgm:cxn modelId="{54298757-D401-4308-965E-D5CD4B9AB5E1}" type="presParOf" srcId="{49101E11-ADCD-4D85-BD0A-D7D1A1C9C34D}" destId="{B22AA9E9-49D0-4D94-B6E3-08E895EBCB46}" srcOrd="2" destOrd="0" presId="urn:microsoft.com/office/officeart/2018/2/layout/IconCircleList"/>
    <dgm:cxn modelId="{CA406916-31E5-442F-A5EE-1C0E74E9DF04}" type="presParOf" srcId="{49101E11-ADCD-4D85-BD0A-D7D1A1C9C34D}" destId="{0775C2A9-1B70-40D1-94F8-B6856EE799E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CBB1F7C-49CC-481D-8CC4-9FB92F0E4680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121B6D-3D70-462A-996F-524B0BC618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dirty="0"/>
            <a:t>Smart Detection</a:t>
          </a:r>
          <a:endParaRPr lang="en-US" dirty="0"/>
        </a:p>
      </dgm:t>
    </dgm:pt>
    <dgm:pt modelId="{AEA8A5D1-86F6-44D0-9213-F31EBE151A82}" type="parTrans" cxnId="{789A65CF-D5FB-4486-BC4F-4D84A5708856}">
      <dgm:prSet/>
      <dgm:spPr/>
      <dgm:t>
        <a:bodyPr/>
        <a:lstStyle/>
        <a:p>
          <a:endParaRPr lang="en-US"/>
        </a:p>
      </dgm:t>
    </dgm:pt>
    <dgm:pt modelId="{258B3F24-B0F8-4F9D-ACF1-DA4905E2D4C6}" type="sibTrans" cxnId="{789A65CF-D5FB-4486-BC4F-4D84A5708856}">
      <dgm:prSet/>
      <dgm:spPr/>
      <dgm:t>
        <a:bodyPr/>
        <a:lstStyle/>
        <a:p>
          <a:endParaRPr lang="en-US"/>
        </a:p>
      </dgm:t>
    </dgm:pt>
    <dgm:pt modelId="{B8AD0758-F584-47E0-BBB2-61C975E4013E}">
      <dgm:prSet/>
      <dgm:spPr/>
      <dgm:t>
        <a:bodyPr/>
        <a:lstStyle/>
        <a:p>
          <a:pPr algn="ctr">
            <a:lnSpc>
              <a:spcPct val="100000"/>
            </a:lnSpc>
            <a:buFont typeface="Arial" panose="020B0604020202020204" pitchFamily="34" charset="0"/>
            <a:buNone/>
          </a:pPr>
          <a:r>
            <a:rPr lang="en-IN" dirty="0"/>
            <a:t>Recognizes both "Contains/</a:t>
          </a:r>
          <a:r>
            <a:rPr lang="en-IN" dirty="0" err="1"/>
            <a:t>Contient</a:t>
          </a:r>
          <a:r>
            <a:rPr lang="en-IN" dirty="0"/>
            <a:t>" and "May contain/</a:t>
          </a:r>
          <a:r>
            <a:rPr lang="en-IN" dirty="0" err="1"/>
            <a:t>Peut</a:t>
          </a:r>
          <a:r>
            <a:rPr lang="en-IN" dirty="0"/>
            <a:t> </a:t>
          </a:r>
          <a:r>
            <a:rPr lang="en-IN" dirty="0" err="1"/>
            <a:t>contenir</a:t>
          </a:r>
          <a:r>
            <a:rPr lang="en-IN" dirty="0"/>
            <a:t>"</a:t>
          </a:r>
          <a:endParaRPr lang="en-US" dirty="0"/>
        </a:p>
      </dgm:t>
    </dgm:pt>
    <dgm:pt modelId="{5ACBD81C-4CCD-42D5-80E5-7EFEC3CDAA6D}" type="parTrans" cxnId="{1AE28105-6071-4897-9185-D64BE3D83F19}">
      <dgm:prSet/>
      <dgm:spPr/>
      <dgm:t>
        <a:bodyPr/>
        <a:lstStyle/>
        <a:p>
          <a:endParaRPr lang="en-US"/>
        </a:p>
      </dgm:t>
    </dgm:pt>
    <dgm:pt modelId="{D5BFDC46-6827-47B8-AE07-7DD63B7C3E36}" type="sibTrans" cxnId="{1AE28105-6071-4897-9185-D64BE3D83F19}">
      <dgm:prSet/>
      <dgm:spPr/>
      <dgm:t>
        <a:bodyPr/>
        <a:lstStyle/>
        <a:p>
          <a:endParaRPr lang="en-US"/>
        </a:p>
      </dgm:t>
    </dgm:pt>
    <dgm:pt modelId="{F04ABF59-4C93-4F70-A6BF-D358F21CEEC1}">
      <dgm:prSet/>
      <dgm:spPr/>
      <dgm:t>
        <a:bodyPr/>
        <a:lstStyle/>
        <a:p>
          <a:pPr algn="ctr">
            <a:lnSpc>
              <a:spcPct val="100000"/>
            </a:lnSpc>
            <a:buFont typeface="Arial" panose="020B0604020202020204" pitchFamily="34" charset="0"/>
            <a:buNone/>
          </a:pPr>
          <a:r>
            <a:rPr lang="en-IN" dirty="0"/>
            <a:t>Handles bilingual labels seamlessly</a:t>
          </a:r>
          <a:endParaRPr lang="en-US" dirty="0"/>
        </a:p>
      </dgm:t>
    </dgm:pt>
    <dgm:pt modelId="{5C35A004-D9D4-4857-93B3-B2DD2D81470F}" type="parTrans" cxnId="{CDDF131E-31DE-47FA-AF2D-849E41634CBB}">
      <dgm:prSet/>
      <dgm:spPr/>
      <dgm:t>
        <a:bodyPr/>
        <a:lstStyle/>
        <a:p>
          <a:endParaRPr lang="en-US"/>
        </a:p>
      </dgm:t>
    </dgm:pt>
    <dgm:pt modelId="{E3F8C7D7-578E-4146-8BC6-EFAA3D733519}" type="sibTrans" cxnId="{CDDF131E-31DE-47FA-AF2D-849E41634CBB}">
      <dgm:prSet/>
      <dgm:spPr/>
      <dgm:t>
        <a:bodyPr/>
        <a:lstStyle/>
        <a:p>
          <a:endParaRPr lang="en-US"/>
        </a:p>
      </dgm:t>
    </dgm:pt>
    <dgm:pt modelId="{42452F6B-27A2-426D-B7EA-71757BC0D440}">
      <dgm:prSet/>
      <dgm:spPr/>
      <dgm:t>
        <a:bodyPr/>
        <a:lstStyle/>
        <a:p>
          <a:pPr algn="ctr">
            <a:lnSpc>
              <a:spcPct val="100000"/>
            </a:lnSpc>
            <a:buFont typeface="Arial" panose="020B0604020202020204" pitchFamily="34" charset="0"/>
            <a:buNone/>
          </a:pPr>
          <a:r>
            <a:rPr lang="en-IN" dirty="0"/>
            <a:t>Works in various lighting conditions</a:t>
          </a:r>
          <a:endParaRPr lang="en-US" dirty="0"/>
        </a:p>
      </dgm:t>
    </dgm:pt>
    <dgm:pt modelId="{87853CE4-F44F-4129-860F-5E497B003A69}" type="parTrans" cxnId="{B9CE9688-A5B2-419D-8B0C-62CE04DEF533}">
      <dgm:prSet/>
      <dgm:spPr/>
      <dgm:t>
        <a:bodyPr/>
        <a:lstStyle/>
        <a:p>
          <a:endParaRPr lang="en-US"/>
        </a:p>
      </dgm:t>
    </dgm:pt>
    <dgm:pt modelId="{4252A59F-1AA2-4B44-B8BB-976FA866C501}" type="sibTrans" cxnId="{B9CE9688-A5B2-419D-8B0C-62CE04DEF533}">
      <dgm:prSet/>
      <dgm:spPr/>
      <dgm:t>
        <a:bodyPr/>
        <a:lstStyle/>
        <a:p>
          <a:endParaRPr lang="en-US"/>
        </a:p>
      </dgm:t>
    </dgm:pt>
    <dgm:pt modelId="{3B12C576-AF7F-40C9-979F-141059159F0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dirty="0"/>
            <a:t>User-Friendly</a:t>
          </a:r>
          <a:endParaRPr lang="en-US" dirty="0"/>
        </a:p>
      </dgm:t>
    </dgm:pt>
    <dgm:pt modelId="{A856EA36-5541-4645-BEA6-A1B2CE2DF66E}" type="parTrans" cxnId="{5D023A59-1D60-4890-B9FF-18EC9BB8AE6C}">
      <dgm:prSet/>
      <dgm:spPr/>
      <dgm:t>
        <a:bodyPr/>
        <a:lstStyle/>
        <a:p>
          <a:endParaRPr lang="en-US"/>
        </a:p>
      </dgm:t>
    </dgm:pt>
    <dgm:pt modelId="{F19B54A4-5724-49B4-80EA-6A8242B47FC1}" type="sibTrans" cxnId="{5D023A59-1D60-4890-B9FF-18EC9BB8AE6C}">
      <dgm:prSet/>
      <dgm:spPr/>
      <dgm:t>
        <a:bodyPr/>
        <a:lstStyle/>
        <a:p>
          <a:endParaRPr lang="en-US"/>
        </a:p>
      </dgm:t>
    </dgm:pt>
    <dgm:pt modelId="{8BA89CD9-0166-4F6E-934A-0572E931515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Simple, intuitive interface</a:t>
          </a:r>
          <a:endParaRPr lang="en-US"/>
        </a:p>
      </dgm:t>
    </dgm:pt>
    <dgm:pt modelId="{2C9E4399-DDB9-4B2E-8D75-8EBE18CB78E9}" type="parTrans" cxnId="{E53BE1DF-D04C-45CC-80FD-5A9802B604A7}">
      <dgm:prSet/>
      <dgm:spPr/>
      <dgm:t>
        <a:bodyPr/>
        <a:lstStyle/>
        <a:p>
          <a:endParaRPr lang="en-US"/>
        </a:p>
      </dgm:t>
    </dgm:pt>
    <dgm:pt modelId="{321F59DB-8BCE-43F8-A53D-50345ABA239F}" type="sibTrans" cxnId="{E53BE1DF-D04C-45CC-80FD-5A9802B604A7}">
      <dgm:prSet/>
      <dgm:spPr/>
      <dgm:t>
        <a:bodyPr/>
        <a:lstStyle/>
        <a:p>
          <a:endParaRPr lang="en-US"/>
        </a:p>
      </dgm:t>
    </dgm:pt>
    <dgm:pt modelId="{CD925D9E-6C30-4548-9E2B-CDE0B2AB2A1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Color-coded results</a:t>
          </a:r>
          <a:endParaRPr lang="en-US"/>
        </a:p>
      </dgm:t>
    </dgm:pt>
    <dgm:pt modelId="{02C50AB8-8FAA-4D99-A624-C363FE896927}" type="parTrans" cxnId="{B60FE2A3-E03D-4F98-85BC-421C7686AD5D}">
      <dgm:prSet/>
      <dgm:spPr/>
      <dgm:t>
        <a:bodyPr/>
        <a:lstStyle/>
        <a:p>
          <a:endParaRPr lang="en-US"/>
        </a:p>
      </dgm:t>
    </dgm:pt>
    <dgm:pt modelId="{66D6500B-FEC9-44EC-8CA3-66B8F95629DF}" type="sibTrans" cxnId="{B60FE2A3-E03D-4F98-85BC-421C7686AD5D}">
      <dgm:prSet/>
      <dgm:spPr/>
      <dgm:t>
        <a:bodyPr/>
        <a:lstStyle/>
        <a:p>
          <a:endParaRPr lang="en-US"/>
        </a:p>
      </dgm:t>
    </dgm:pt>
    <dgm:pt modelId="{C70F6A21-8567-48BF-B5B8-822B1FBD35B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Quick rescan option</a:t>
          </a:r>
          <a:endParaRPr lang="en-US"/>
        </a:p>
      </dgm:t>
    </dgm:pt>
    <dgm:pt modelId="{CF496041-60AD-400D-8187-972C34BBFF48}" type="parTrans" cxnId="{3E01F28D-385D-4C50-8A17-2B24DE55FBBB}">
      <dgm:prSet/>
      <dgm:spPr/>
      <dgm:t>
        <a:bodyPr/>
        <a:lstStyle/>
        <a:p>
          <a:endParaRPr lang="en-US"/>
        </a:p>
      </dgm:t>
    </dgm:pt>
    <dgm:pt modelId="{B447DBF3-4E4A-403D-A2B2-9E922F753680}" type="sibTrans" cxnId="{3E01F28D-385D-4C50-8A17-2B24DE55FBBB}">
      <dgm:prSet/>
      <dgm:spPr/>
      <dgm:t>
        <a:bodyPr/>
        <a:lstStyle/>
        <a:p>
          <a:endParaRPr lang="en-US"/>
        </a:p>
      </dgm:t>
    </dgm:pt>
    <dgm:pt modelId="{3D0550D8-7553-4B1A-93B8-275E3A99FB5C}" type="pres">
      <dgm:prSet presAssocID="{BCBB1F7C-49CC-481D-8CC4-9FB92F0E4680}" presName="root" presStyleCnt="0">
        <dgm:presLayoutVars>
          <dgm:dir/>
          <dgm:resizeHandles val="exact"/>
        </dgm:presLayoutVars>
      </dgm:prSet>
      <dgm:spPr/>
    </dgm:pt>
    <dgm:pt modelId="{6AE37B5F-75E8-4287-A334-F5802390A348}" type="pres">
      <dgm:prSet presAssocID="{E6121B6D-3D70-462A-996F-524B0BC6186D}" presName="compNode" presStyleCnt="0"/>
      <dgm:spPr/>
    </dgm:pt>
    <dgm:pt modelId="{DBDEA931-6E9B-4FD2-ABC7-2C5BC9C33394}" type="pres">
      <dgm:prSet presAssocID="{E6121B6D-3D70-462A-996F-524B0BC6186D}" presName="iconRect" presStyleLbl="node1" presStyleIdx="0" presStyleCnt="2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E371072B-5193-464B-8868-85F91E3CF6AA}" type="pres">
      <dgm:prSet presAssocID="{E6121B6D-3D70-462A-996F-524B0BC6186D}" presName="iconSpace" presStyleCnt="0"/>
      <dgm:spPr/>
    </dgm:pt>
    <dgm:pt modelId="{7B65B0C8-A0F4-4B32-84DF-26F9B5BECDAE}" type="pres">
      <dgm:prSet presAssocID="{E6121B6D-3D70-462A-996F-524B0BC6186D}" presName="parTx" presStyleLbl="revTx" presStyleIdx="0" presStyleCnt="4">
        <dgm:presLayoutVars>
          <dgm:chMax val="0"/>
          <dgm:chPref val="0"/>
        </dgm:presLayoutVars>
      </dgm:prSet>
      <dgm:spPr/>
    </dgm:pt>
    <dgm:pt modelId="{0EF9F441-4F4E-42F7-A25F-8F7982A54D0C}" type="pres">
      <dgm:prSet presAssocID="{E6121B6D-3D70-462A-996F-524B0BC6186D}" presName="txSpace" presStyleCnt="0"/>
      <dgm:spPr/>
    </dgm:pt>
    <dgm:pt modelId="{D8E708DD-BFB5-456B-B326-A21FF31E83B4}" type="pres">
      <dgm:prSet presAssocID="{E6121B6D-3D70-462A-996F-524B0BC6186D}" presName="desTx" presStyleLbl="revTx" presStyleIdx="1" presStyleCnt="4">
        <dgm:presLayoutVars/>
      </dgm:prSet>
      <dgm:spPr/>
    </dgm:pt>
    <dgm:pt modelId="{53AA3683-5FE1-4C5C-AB21-B91FA899B91B}" type="pres">
      <dgm:prSet presAssocID="{258B3F24-B0F8-4F9D-ACF1-DA4905E2D4C6}" presName="sibTrans" presStyleCnt="0"/>
      <dgm:spPr/>
    </dgm:pt>
    <dgm:pt modelId="{BE8228C7-14E2-46AA-8A09-681B4C449EB2}" type="pres">
      <dgm:prSet presAssocID="{3B12C576-AF7F-40C9-979F-141059159F00}" presName="compNode" presStyleCnt="0"/>
      <dgm:spPr/>
    </dgm:pt>
    <dgm:pt modelId="{81C99EF0-BADB-4297-9353-80D63BCE66AC}" type="pres">
      <dgm:prSet presAssocID="{3B12C576-AF7F-40C9-979F-141059159F00}" presName="iconRect" presStyleLbl="node1" presStyleIdx="1" presStyleCnt="2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8EBC15F7-AE18-4590-B99B-36BDE7E3D23C}" type="pres">
      <dgm:prSet presAssocID="{3B12C576-AF7F-40C9-979F-141059159F00}" presName="iconSpace" presStyleCnt="0"/>
      <dgm:spPr/>
    </dgm:pt>
    <dgm:pt modelId="{3AD0F4EA-65CC-4957-BBAD-E0177637811E}" type="pres">
      <dgm:prSet presAssocID="{3B12C576-AF7F-40C9-979F-141059159F00}" presName="parTx" presStyleLbl="revTx" presStyleIdx="2" presStyleCnt="4">
        <dgm:presLayoutVars>
          <dgm:chMax val="0"/>
          <dgm:chPref val="0"/>
        </dgm:presLayoutVars>
      </dgm:prSet>
      <dgm:spPr/>
    </dgm:pt>
    <dgm:pt modelId="{8B745F64-329A-460D-A238-46C75DBF34F4}" type="pres">
      <dgm:prSet presAssocID="{3B12C576-AF7F-40C9-979F-141059159F00}" presName="txSpace" presStyleCnt="0"/>
      <dgm:spPr/>
    </dgm:pt>
    <dgm:pt modelId="{D19EB0AA-1E96-42B4-93EC-B2D374928492}" type="pres">
      <dgm:prSet presAssocID="{3B12C576-AF7F-40C9-979F-141059159F00}" presName="desTx" presStyleLbl="revTx" presStyleIdx="3" presStyleCnt="4">
        <dgm:presLayoutVars/>
      </dgm:prSet>
      <dgm:spPr/>
    </dgm:pt>
  </dgm:ptLst>
  <dgm:cxnLst>
    <dgm:cxn modelId="{1AE28105-6071-4897-9185-D64BE3D83F19}" srcId="{E6121B6D-3D70-462A-996F-524B0BC6186D}" destId="{B8AD0758-F584-47E0-BBB2-61C975E4013E}" srcOrd="0" destOrd="0" parTransId="{5ACBD81C-4CCD-42D5-80E5-7EFEC3CDAA6D}" sibTransId="{D5BFDC46-6827-47B8-AE07-7DD63B7C3E36}"/>
    <dgm:cxn modelId="{8D3C3C08-1452-4AB6-82F1-0A5AA59A77BB}" type="presOf" srcId="{8BA89CD9-0166-4F6E-934A-0572E931515B}" destId="{D19EB0AA-1E96-42B4-93EC-B2D374928492}" srcOrd="0" destOrd="0" presId="urn:microsoft.com/office/officeart/2018/5/layout/CenteredIconLabelDescriptionList"/>
    <dgm:cxn modelId="{D2ED720E-300B-4DFB-B036-9C31B83C2D4F}" type="presOf" srcId="{E6121B6D-3D70-462A-996F-524B0BC6186D}" destId="{7B65B0C8-A0F4-4B32-84DF-26F9B5BECDAE}" srcOrd="0" destOrd="0" presId="urn:microsoft.com/office/officeart/2018/5/layout/CenteredIconLabelDescriptionList"/>
    <dgm:cxn modelId="{CDDF131E-31DE-47FA-AF2D-849E41634CBB}" srcId="{E6121B6D-3D70-462A-996F-524B0BC6186D}" destId="{F04ABF59-4C93-4F70-A6BF-D358F21CEEC1}" srcOrd="1" destOrd="0" parTransId="{5C35A004-D9D4-4857-93B3-B2DD2D81470F}" sibTransId="{E3F8C7D7-578E-4146-8BC6-EFAA3D733519}"/>
    <dgm:cxn modelId="{348D4823-4EDA-44E4-89EF-8EB65A142F76}" type="presOf" srcId="{CD925D9E-6C30-4548-9E2B-CDE0B2AB2A11}" destId="{D19EB0AA-1E96-42B4-93EC-B2D374928492}" srcOrd="0" destOrd="1" presId="urn:microsoft.com/office/officeart/2018/5/layout/CenteredIconLabelDescriptionList"/>
    <dgm:cxn modelId="{C3754327-B835-4D01-B768-B551E885C845}" type="presOf" srcId="{3B12C576-AF7F-40C9-979F-141059159F00}" destId="{3AD0F4EA-65CC-4957-BBAD-E0177637811E}" srcOrd="0" destOrd="0" presId="urn:microsoft.com/office/officeart/2018/5/layout/CenteredIconLabelDescriptionList"/>
    <dgm:cxn modelId="{5D023A59-1D60-4890-B9FF-18EC9BB8AE6C}" srcId="{BCBB1F7C-49CC-481D-8CC4-9FB92F0E4680}" destId="{3B12C576-AF7F-40C9-979F-141059159F00}" srcOrd="1" destOrd="0" parTransId="{A856EA36-5541-4645-BEA6-A1B2CE2DF66E}" sibTransId="{F19B54A4-5724-49B4-80EA-6A8242B47FC1}"/>
    <dgm:cxn modelId="{B9CE9688-A5B2-419D-8B0C-62CE04DEF533}" srcId="{E6121B6D-3D70-462A-996F-524B0BC6186D}" destId="{42452F6B-27A2-426D-B7EA-71757BC0D440}" srcOrd="2" destOrd="0" parTransId="{87853CE4-F44F-4129-860F-5E497B003A69}" sibTransId="{4252A59F-1AA2-4B44-B8BB-976FA866C501}"/>
    <dgm:cxn modelId="{3E01F28D-385D-4C50-8A17-2B24DE55FBBB}" srcId="{3B12C576-AF7F-40C9-979F-141059159F00}" destId="{C70F6A21-8567-48BF-B5B8-822B1FBD35BE}" srcOrd="2" destOrd="0" parTransId="{CF496041-60AD-400D-8187-972C34BBFF48}" sibTransId="{B447DBF3-4E4A-403D-A2B2-9E922F753680}"/>
    <dgm:cxn modelId="{B60FE2A3-E03D-4F98-85BC-421C7686AD5D}" srcId="{3B12C576-AF7F-40C9-979F-141059159F00}" destId="{CD925D9E-6C30-4548-9E2B-CDE0B2AB2A11}" srcOrd="1" destOrd="0" parTransId="{02C50AB8-8FAA-4D99-A624-C363FE896927}" sibTransId="{66D6500B-FEC9-44EC-8CA3-66B8F95629DF}"/>
    <dgm:cxn modelId="{C9EAE7B7-06E0-40D4-A02D-2FD8DCAA6E26}" type="presOf" srcId="{BCBB1F7C-49CC-481D-8CC4-9FB92F0E4680}" destId="{3D0550D8-7553-4B1A-93B8-275E3A99FB5C}" srcOrd="0" destOrd="0" presId="urn:microsoft.com/office/officeart/2018/5/layout/CenteredIconLabelDescriptionList"/>
    <dgm:cxn modelId="{DC7255C3-4236-4DCD-A703-CCE62E4ED450}" type="presOf" srcId="{B8AD0758-F584-47E0-BBB2-61C975E4013E}" destId="{D8E708DD-BFB5-456B-B326-A21FF31E83B4}" srcOrd="0" destOrd="0" presId="urn:microsoft.com/office/officeart/2018/5/layout/CenteredIconLabelDescriptionList"/>
    <dgm:cxn modelId="{353129C5-7A78-4083-A704-FBDFFBC1E9BE}" type="presOf" srcId="{C70F6A21-8567-48BF-B5B8-822B1FBD35BE}" destId="{D19EB0AA-1E96-42B4-93EC-B2D374928492}" srcOrd="0" destOrd="2" presId="urn:microsoft.com/office/officeart/2018/5/layout/CenteredIconLabelDescriptionList"/>
    <dgm:cxn modelId="{789A65CF-D5FB-4486-BC4F-4D84A5708856}" srcId="{BCBB1F7C-49CC-481D-8CC4-9FB92F0E4680}" destId="{E6121B6D-3D70-462A-996F-524B0BC6186D}" srcOrd="0" destOrd="0" parTransId="{AEA8A5D1-86F6-44D0-9213-F31EBE151A82}" sibTransId="{258B3F24-B0F8-4F9D-ACF1-DA4905E2D4C6}"/>
    <dgm:cxn modelId="{E53BE1DF-D04C-45CC-80FD-5A9802B604A7}" srcId="{3B12C576-AF7F-40C9-979F-141059159F00}" destId="{8BA89CD9-0166-4F6E-934A-0572E931515B}" srcOrd="0" destOrd="0" parTransId="{2C9E4399-DDB9-4B2E-8D75-8EBE18CB78E9}" sibTransId="{321F59DB-8BCE-43F8-A53D-50345ABA239F}"/>
    <dgm:cxn modelId="{545894FD-88E7-4CCD-B4CF-B9C326602336}" type="presOf" srcId="{F04ABF59-4C93-4F70-A6BF-D358F21CEEC1}" destId="{D8E708DD-BFB5-456B-B326-A21FF31E83B4}" srcOrd="0" destOrd="1" presId="urn:microsoft.com/office/officeart/2018/5/layout/CenteredIconLabelDescriptionList"/>
    <dgm:cxn modelId="{5BF03AFF-AC05-4A7D-AB94-2F41C8D4F604}" type="presOf" srcId="{42452F6B-27A2-426D-B7EA-71757BC0D440}" destId="{D8E708DD-BFB5-456B-B326-A21FF31E83B4}" srcOrd="0" destOrd="2" presId="urn:microsoft.com/office/officeart/2018/5/layout/CenteredIconLabelDescriptionList"/>
    <dgm:cxn modelId="{6EE57C57-DBF6-42B3-BCF6-BE51B6F2A2D8}" type="presParOf" srcId="{3D0550D8-7553-4B1A-93B8-275E3A99FB5C}" destId="{6AE37B5F-75E8-4287-A334-F5802390A348}" srcOrd="0" destOrd="0" presId="urn:microsoft.com/office/officeart/2018/5/layout/CenteredIconLabelDescriptionList"/>
    <dgm:cxn modelId="{460BC4F1-D9D0-48F5-AE09-A2980366942E}" type="presParOf" srcId="{6AE37B5F-75E8-4287-A334-F5802390A348}" destId="{DBDEA931-6E9B-4FD2-ABC7-2C5BC9C33394}" srcOrd="0" destOrd="0" presId="urn:microsoft.com/office/officeart/2018/5/layout/CenteredIconLabelDescriptionList"/>
    <dgm:cxn modelId="{8A48AFB3-AF0B-4F86-B372-1FEC69AB75FF}" type="presParOf" srcId="{6AE37B5F-75E8-4287-A334-F5802390A348}" destId="{E371072B-5193-464B-8868-85F91E3CF6AA}" srcOrd="1" destOrd="0" presId="urn:microsoft.com/office/officeart/2018/5/layout/CenteredIconLabelDescriptionList"/>
    <dgm:cxn modelId="{61D3A166-A701-49D5-82F2-3045A8C3BB77}" type="presParOf" srcId="{6AE37B5F-75E8-4287-A334-F5802390A348}" destId="{7B65B0C8-A0F4-4B32-84DF-26F9B5BECDAE}" srcOrd="2" destOrd="0" presId="urn:microsoft.com/office/officeart/2018/5/layout/CenteredIconLabelDescriptionList"/>
    <dgm:cxn modelId="{DA6F7B72-4208-409C-94BA-AC0FE8297D34}" type="presParOf" srcId="{6AE37B5F-75E8-4287-A334-F5802390A348}" destId="{0EF9F441-4F4E-42F7-A25F-8F7982A54D0C}" srcOrd="3" destOrd="0" presId="urn:microsoft.com/office/officeart/2018/5/layout/CenteredIconLabelDescriptionList"/>
    <dgm:cxn modelId="{3D61D6B6-992C-4DC4-BD16-CB8F4CEDCEAC}" type="presParOf" srcId="{6AE37B5F-75E8-4287-A334-F5802390A348}" destId="{D8E708DD-BFB5-456B-B326-A21FF31E83B4}" srcOrd="4" destOrd="0" presId="urn:microsoft.com/office/officeart/2018/5/layout/CenteredIconLabelDescriptionList"/>
    <dgm:cxn modelId="{9D614B03-772A-4C06-AE62-D55527B74FB7}" type="presParOf" srcId="{3D0550D8-7553-4B1A-93B8-275E3A99FB5C}" destId="{53AA3683-5FE1-4C5C-AB21-B91FA899B91B}" srcOrd="1" destOrd="0" presId="urn:microsoft.com/office/officeart/2018/5/layout/CenteredIconLabelDescriptionList"/>
    <dgm:cxn modelId="{B39248CE-1E6F-4E5D-B708-0EC6CE70E0EC}" type="presParOf" srcId="{3D0550D8-7553-4B1A-93B8-275E3A99FB5C}" destId="{BE8228C7-14E2-46AA-8A09-681B4C449EB2}" srcOrd="2" destOrd="0" presId="urn:microsoft.com/office/officeart/2018/5/layout/CenteredIconLabelDescriptionList"/>
    <dgm:cxn modelId="{B65B5E77-B5A6-4A9F-90A2-3BB6ADA62B28}" type="presParOf" srcId="{BE8228C7-14E2-46AA-8A09-681B4C449EB2}" destId="{81C99EF0-BADB-4297-9353-80D63BCE66AC}" srcOrd="0" destOrd="0" presId="urn:microsoft.com/office/officeart/2018/5/layout/CenteredIconLabelDescriptionList"/>
    <dgm:cxn modelId="{01712A70-C3E5-4883-92C5-3EC82CBE13FF}" type="presParOf" srcId="{BE8228C7-14E2-46AA-8A09-681B4C449EB2}" destId="{8EBC15F7-AE18-4590-B99B-36BDE7E3D23C}" srcOrd="1" destOrd="0" presId="urn:microsoft.com/office/officeart/2018/5/layout/CenteredIconLabelDescriptionList"/>
    <dgm:cxn modelId="{096587A9-1EB1-441E-8C5B-3DDA93843FAB}" type="presParOf" srcId="{BE8228C7-14E2-46AA-8A09-681B4C449EB2}" destId="{3AD0F4EA-65CC-4957-BBAD-E0177637811E}" srcOrd="2" destOrd="0" presId="urn:microsoft.com/office/officeart/2018/5/layout/CenteredIconLabelDescriptionList"/>
    <dgm:cxn modelId="{7BC7644F-6988-4917-816D-E823F7A684A5}" type="presParOf" srcId="{BE8228C7-14E2-46AA-8A09-681B4C449EB2}" destId="{8B745F64-329A-460D-A238-46C75DBF34F4}" srcOrd="3" destOrd="0" presId="urn:microsoft.com/office/officeart/2018/5/layout/CenteredIconLabelDescriptionList"/>
    <dgm:cxn modelId="{F9E20348-E6A5-40B7-AC6E-3B16C1E2C44A}" type="presParOf" srcId="{BE8228C7-14E2-46AA-8A09-681B4C449EB2}" destId="{D19EB0AA-1E96-42B4-93EC-B2D37492849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C2BA5AC-E2AB-4A3C-BD78-B020B171488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50319E-EC6C-414E-AE5D-BAFCCF66608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Built with Flutter for cross-platform compatibility</a:t>
          </a:r>
          <a:endParaRPr lang="en-US"/>
        </a:p>
      </dgm:t>
    </dgm:pt>
    <dgm:pt modelId="{9345311C-0A04-4C13-8FA3-9A96C29EE856}" type="parTrans" cxnId="{B3BB820A-6869-4E25-9FBF-A37A1EA90608}">
      <dgm:prSet/>
      <dgm:spPr/>
      <dgm:t>
        <a:bodyPr/>
        <a:lstStyle/>
        <a:p>
          <a:endParaRPr lang="en-US"/>
        </a:p>
      </dgm:t>
    </dgm:pt>
    <dgm:pt modelId="{F138B59C-4F34-47EA-9C4F-BB38D3493635}" type="sibTrans" cxnId="{B3BB820A-6869-4E25-9FBF-A37A1EA90608}">
      <dgm:prSet/>
      <dgm:spPr/>
      <dgm:t>
        <a:bodyPr/>
        <a:lstStyle/>
        <a:p>
          <a:endParaRPr lang="en-US"/>
        </a:p>
      </dgm:t>
    </dgm:pt>
    <dgm:pt modelId="{C8E2C5D5-4CD6-4DAB-9652-A23AF0C436B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Tesseract OCR for extracting ingredients from label</a:t>
          </a:r>
          <a:endParaRPr lang="en-US" dirty="0"/>
        </a:p>
      </dgm:t>
    </dgm:pt>
    <dgm:pt modelId="{B40E6E76-31DE-452A-B94D-42536A8ECCE4}" type="parTrans" cxnId="{4878FD4C-C883-45B1-AABE-5207F85E44EE}">
      <dgm:prSet/>
      <dgm:spPr/>
      <dgm:t>
        <a:bodyPr/>
        <a:lstStyle/>
        <a:p>
          <a:endParaRPr lang="en-US"/>
        </a:p>
      </dgm:t>
    </dgm:pt>
    <dgm:pt modelId="{09400248-1CE9-4995-84F4-5D711E2CB220}" type="sibTrans" cxnId="{4878FD4C-C883-45B1-AABE-5207F85E44EE}">
      <dgm:prSet/>
      <dgm:spPr/>
      <dgm:t>
        <a:bodyPr/>
        <a:lstStyle/>
        <a:p>
          <a:endParaRPr lang="en-US"/>
        </a:p>
      </dgm:t>
    </dgm:pt>
    <dgm:pt modelId="{D3F73432-C8FB-4E28-A84C-DD147007930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On-device processing for maximum privacy</a:t>
          </a:r>
          <a:endParaRPr lang="en-US"/>
        </a:p>
      </dgm:t>
    </dgm:pt>
    <dgm:pt modelId="{F9E26331-5E29-41D6-8294-EDE59AAAD1BE}" type="parTrans" cxnId="{DCFD8C02-E341-4465-A0AB-1396A3321883}">
      <dgm:prSet/>
      <dgm:spPr/>
      <dgm:t>
        <a:bodyPr/>
        <a:lstStyle/>
        <a:p>
          <a:endParaRPr lang="en-US"/>
        </a:p>
      </dgm:t>
    </dgm:pt>
    <dgm:pt modelId="{BE432522-1A89-4D90-B900-4585E59CCA0D}" type="sibTrans" cxnId="{DCFD8C02-E341-4465-A0AB-1396A3321883}">
      <dgm:prSet/>
      <dgm:spPr/>
      <dgm:t>
        <a:bodyPr/>
        <a:lstStyle/>
        <a:p>
          <a:endParaRPr lang="en-US"/>
        </a:p>
      </dgm:t>
    </dgm:pt>
    <dgm:pt modelId="{1AD7621F-C0CC-4993-B753-0C16CC02F21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Lightweight (under 20MB app size)</a:t>
          </a:r>
          <a:endParaRPr lang="en-US"/>
        </a:p>
      </dgm:t>
    </dgm:pt>
    <dgm:pt modelId="{EAE43E0D-475E-47C2-B74D-9638335C9C8F}" type="parTrans" cxnId="{3218A846-37BF-4348-8432-6A5CAFE14265}">
      <dgm:prSet/>
      <dgm:spPr/>
      <dgm:t>
        <a:bodyPr/>
        <a:lstStyle/>
        <a:p>
          <a:endParaRPr lang="en-US"/>
        </a:p>
      </dgm:t>
    </dgm:pt>
    <dgm:pt modelId="{D887A70C-98EF-4C21-BB0C-95B692FC30DF}" type="sibTrans" cxnId="{3218A846-37BF-4348-8432-6A5CAFE14265}">
      <dgm:prSet/>
      <dgm:spPr/>
      <dgm:t>
        <a:bodyPr/>
        <a:lstStyle/>
        <a:p>
          <a:endParaRPr lang="en-US"/>
        </a:p>
      </dgm:t>
    </dgm:pt>
    <dgm:pt modelId="{34115F4A-F451-437F-B389-7323978CCD3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No data collection - fully compliant with Canadian privacy laws</a:t>
          </a:r>
          <a:endParaRPr lang="en-US"/>
        </a:p>
      </dgm:t>
    </dgm:pt>
    <dgm:pt modelId="{7D82C513-1C6B-43DE-8F91-80D72990ABE1}" type="parTrans" cxnId="{9B99F71C-05CA-4CD5-A04D-CBF142FC27B9}">
      <dgm:prSet/>
      <dgm:spPr/>
      <dgm:t>
        <a:bodyPr/>
        <a:lstStyle/>
        <a:p>
          <a:endParaRPr lang="en-US"/>
        </a:p>
      </dgm:t>
    </dgm:pt>
    <dgm:pt modelId="{379366A5-F6EA-4341-B016-044660565D34}" type="sibTrans" cxnId="{9B99F71C-05CA-4CD5-A04D-CBF142FC27B9}">
      <dgm:prSet/>
      <dgm:spPr/>
      <dgm:t>
        <a:bodyPr/>
        <a:lstStyle/>
        <a:p>
          <a:endParaRPr lang="en-US"/>
        </a:p>
      </dgm:t>
    </dgm:pt>
    <dgm:pt modelId="{D162DF17-6FA8-4377-9005-B10559057E86}" type="pres">
      <dgm:prSet presAssocID="{DC2BA5AC-E2AB-4A3C-BD78-B020B1714881}" presName="root" presStyleCnt="0">
        <dgm:presLayoutVars>
          <dgm:dir/>
          <dgm:resizeHandles val="exact"/>
        </dgm:presLayoutVars>
      </dgm:prSet>
      <dgm:spPr/>
    </dgm:pt>
    <dgm:pt modelId="{41EA723F-E96D-416F-8A96-70B022F0A54B}" type="pres">
      <dgm:prSet presAssocID="{6E50319E-EC6C-414E-AE5D-BAFCCF666082}" presName="compNode" presStyleCnt="0"/>
      <dgm:spPr/>
    </dgm:pt>
    <dgm:pt modelId="{18CB7EF7-36CD-4E60-8D3E-6C834E8E2DB9}" type="pres">
      <dgm:prSet presAssocID="{6E50319E-EC6C-414E-AE5D-BAFCCF666082}" presName="bgRect" presStyleLbl="bgShp" presStyleIdx="0" presStyleCnt="5"/>
      <dgm:spPr/>
    </dgm:pt>
    <dgm:pt modelId="{5E6B688D-A802-41C8-B054-BEB4FA4BDDA4}" type="pres">
      <dgm:prSet presAssocID="{6E50319E-EC6C-414E-AE5D-BAFCCF666082}" presName="iconRect" presStyleLbl="node1" presStyleIdx="0" presStyleCnt="5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6F2955D2-77AC-435D-AA92-CC5F2E11BA88}" type="pres">
      <dgm:prSet presAssocID="{6E50319E-EC6C-414E-AE5D-BAFCCF666082}" presName="spaceRect" presStyleCnt="0"/>
      <dgm:spPr/>
    </dgm:pt>
    <dgm:pt modelId="{C84F01D2-AC7A-4964-B26A-B36662FD3002}" type="pres">
      <dgm:prSet presAssocID="{6E50319E-EC6C-414E-AE5D-BAFCCF666082}" presName="parTx" presStyleLbl="revTx" presStyleIdx="0" presStyleCnt="5">
        <dgm:presLayoutVars>
          <dgm:chMax val="0"/>
          <dgm:chPref val="0"/>
        </dgm:presLayoutVars>
      </dgm:prSet>
      <dgm:spPr/>
    </dgm:pt>
    <dgm:pt modelId="{6C202246-F689-4873-8374-40D13EC2D6E9}" type="pres">
      <dgm:prSet presAssocID="{F138B59C-4F34-47EA-9C4F-BB38D3493635}" presName="sibTrans" presStyleCnt="0"/>
      <dgm:spPr/>
    </dgm:pt>
    <dgm:pt modelId="{ACA8D2EF-1577-4F20-9620-065A21C1E52B}" type="pres">
      <dgm:prSet presAssocID="{C8E2C5D5-4CD6-4DAB-9652-A23AF0C436BC}" presName="compNode" presStyleCnt="0"/>
      <dgm:spPr/>
    </dgm:pt>
    <dgm:pt modelId="{202A8A14-A4A4-4C1B-A0E2-21AE91FF7EA3}" type="pres">
      <dgm:prSet presAssocID="{C8E2C5D5-4CD6-4DAB-9652-A23AF0C436BC}" presName="bgRect" presStyleLbl="bgShp" presStyleIdx="1" presStyleCnt="5"/>
      <dgm:spPr/>
    </dgm:pt>
    <dgm:pt modelId="{6BAAE53D-42F1-4AD9-B590-5F18D8699A9C}" type="pres">
      <dgm:prSet presAssocID="{C8E2C5D5-4CD6-4DAB-9652-A23AF0C436BC}" presName="iconRect" presStyleLbl="node1" presStyleIdx="1" presStyleCnt="5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9C4A737A-1060-464F-9CB9-A712F3828F67}" type="pres">
      <dgm:prSet presAssocID="{C8E2C5D5-4CD6-4DAB-9652-A23AF0C436BC}" presName="spaceRect" presStyleCnt="0"/>
      <dgm:spPr/>
    </dgm:pt>
    <dgm:pt modelId="{B65E80DB-5688-42AF-8A36-010D1A62C63E}" type="pres">
      <dgm:prSet presAssocID="{C8E2C5D5-4CD6-4DAB-9652-A23AF0C436BC}" presName="parTx" presStyleLbl="revTx" presStyleIdx="1" presStyleCnt="5">
        <dgm:presLayoutVars>
          <dgm:chMax val="0"/>
          <dgm:chPref val="0"/>
        </dgm:presLayoutVars>
      </dgm:prSet>
      <dgm:spPr/>
    </dgm:pt>
    <dgm:pt modelId="{A43B3AA1-B5B2-49EE-897A-F2DFC4CDAF51}" type="pres">
      <dgm:prSet presAssocID="{09400248-1CE9-4995-84F4-5D711E2CB220}" presName="sibTrans" presStyleCnt="0"/>
      <dgm:spPr/>
    </dgm:pt>
    <dgm:pt modelId="{9859F89B-73AD-46A5-9104-1E659170F7A9}" type="pres">
      <dgm:prSet presAssocID="{D3F73432-C8FB-4E28-A84C-DD147007930E}" presName="compNode" presStyleCnt="0"/>
      <dgm:spPr/>
    </dgm:pt>
    <dgm:pt modelId="{A33DBEFC-47C8-48FF-B6AD-6873C871D181}" type="pres">
      <dgm:prSet presAssocID="{D3F73432-C8FB-4E28-A84C-DD147007930E}" presName="bgRect" presStyleLbl="bgShp" presStyleIdx="2" presStyleCnt="5"/>
      <dgm:spPr/>
    </dgm:pt>
    <dgm:pt modelId="{C52C7055-513A-480C-B09C-5E7A4145AF20}" type="pres">
      <dgm:prSet presAssocID="{D3F73432-C8FB-4E28-A84C-DD147007930E}" presName="iconRect" presStyleLbl="node1" presStyleIdx="2" presStyleCnt="5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9C56EB3F-34E7-417E-B259-00B7C39941C2}" type="pres">
      <dgm:prSet presAssocID="{D3F73432-C8FB-4E28-A84C-DD147007930E}" presName="spaceRect" presStyleCnt="0"/>
      <dgm:spPr/>
    </dgm:pt>
    <dgm:pt modelId="{3CEA6E46-6EC9-40CE-95A0-E90F4231149D}" type="pres">
      <dgm:prSet presAssocID="{D3F73432-C8FB-4E28-A84C-DD147007930E}" presName="parTx" presStyleLbl="revTx" presStyleIdx="2" presStyleCnt="5">
        <dgm:presLayoutVars>
          <dgm:chMax val="0"/>
          <dgm:chPref val="0"/>
        </dgm:presLayoutVars>
      </dgm:prSet>
      <dgm:spPr/>
    </dgm:pt>
    <dgm:pt modelId="{E79D8390-50E0-4B2D-9C56-854966551E6F}" type="pres">
      <dgm:prSet presAssocID="{BE432522-1A89-4D90-B900-4585E59CCA0D}" presName="sibTrans" presStyleCnt="0"/>
      <dgm:spPr/>
    </dgm:pt>
    <dgm:pt modelId="{95902294-5AEE-4C39-96FD-419F2EDCD614}" type="pres">
      <dgm:prSet presAssocID="{1AD7621F-C0CC-4993-B753-0C16CC02F214}" presName="compNode" presStyleCnt="0"/>
      <dgm:spPr/>
    </dgm:pt>
    <dgm:pt modelId="{2B14FF8E-9F03-4B0D-9FE8-AB9A66FE47B1}" type="pres">
      <dgm:prSet presAssocID="{1AD7621F-C0CC-4993-B753-0C16CC02F214}" presName="bgRect" presStyleLbl="bgShp" presStyleIdx="3" presStyleCnt="5"/>
      <dgm:spPr/>
    </dgm:pt>
    <dgm:pt modelId="{565B05C6-C90E-48B3-93F5-BCB6756C9416}" type="pres">
      <dgm:prSet presAssocID="{1AD7621F-C0CC-4993-B753-0C16CC02F214}" presName="iconRect" presStyleLbl="node1" presStyleIdx="3" presStyleCnt="5"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491A6BAE-07D3-4413-BC6B-D5D2B1FC45B2}" type="pres">
      <dgm:prSet presAssocID="{1AD7621F-C0CC-4993-B753-0C16CC02F214}" presName="spaceRect" presStyleCnt="0"/>
      <dgm:spPr/>
    </dgm:pt>
    <dgm:pt modelId="{9EC83304-E896-4C37-8E2A-411385D0E754}" type="pres">
      <dgm:prSet presAssocID="{1AD7621F-C0CC-4993-B753-0C16CC02F214}" presName="parTx" presStyleLbl="revTx" presStyleIdx="3" presStyleCnt="5">
        <dgm:presLayoutVars>
          <dgm:chMax val="0"/>
          <dgm:chPref val="0"/>
        </dgm:presLayoutVars>
      </dgm:prSet>
      <dgm:spPr/>
    </dgm:pt>
    <dgm:pt modelId="{20CC705C-357B-49B1-8D27-1267A6DE1106}" type="pres">
      <dgm:prSet presAssocID="{D887A70C-98EF-4C21-BB0C-95B692FC30DF}" presName="sibTrans" presStyleCnt="0"/>
      <dgm:spPr/>
    </dgm:pt>
    <dgm:pt modelId="{F900CF4E-9362-429F-8752-8083D080DF29}" type="pres">
      <dgm:prSet presAssocID="{34115F4A-F451-437F-B389-7323978CCD3A}" presName="compNode" presStyleCnt="0"/>
      <dgm:spPr/>
    </dgm:pt>
    <dgm:pt modelId="{811D8EB1-966E-40AD-AC05-6A101C12698C}" type="pres">
      <dgm:prSet presAssocID="{34115F4A-F451-437F-B389-7323978CCD3A}" presName="bgRect" presStyleLbl="bgShp" presStyleIdx="4" presStyleCnt="5"/>
      <dgm:spPr/>
    </dgm:pt>
    <dgm:pt modelId="{A5D2CB02-37B5-4A84-9FAF-C5D264A91421}" type="pres">
      <dgm:prSet presAssocID="{34115F4A-F451-437F-B389-7323978CCD3A}" presName="iconRect" presStyleLbl="node1" presStyleIdx="4" presStyleCnt="5"/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4E68B715-0037-423B-ACC4-21CB88291584}" type="pres">
      <dgm:prSet presAssocID="{34115F4A-F451-437F-B389-7323978CCD3A}" presName="spaceRect" presStyleCnt="0"/>
      <dgm:spPr/>
    </dgm:pt>
    <dgm:pt modelId="{E56FE4E6-B212-4AE2-A750-3085FFBDBDA0}" type="pres">
      <dgm:prSet presAssocID="{34115F4A-F451-437F-B389-7323978CCD3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CFD8C02-E341-4465-A0AB-1396A3321883}" srcId="{DC2BA5AC-E2AB-4A3C-BD78-B020B1714881}" destId="{D3F73432-C8FB-4E28-A84C-DD147007930E}" srcOrd="2" destOrd="0" parTransId="{F9E26331-5E29-41D6-8294-EDE59AAAD1BE}" sibTransId="{BE432522-1A89-4D90-B900-4585E59CCA0D}"/>
    <dgm:cxn modelId="{B3BB820A-6869-4E25-9FBF-A37A1EA90608}" srcId="{DC2BA5AC-E2AB-4A3C-BD78-B020B1714881}" destId="{6E50319E-EC6C-414E-AE5D-BAFCCF666082}" srcOrd="0" destOrd="0" parTransId="{9345311C-0A04-4C13-8FA3-9A96C29EE856}" sibTransId="{F138B59C-4F34-47EA-9C4F-BB38D3493635}"/>
    <dgm:cxn modelId="{9B99F71C-05CA-4CD5-A04D-CBF142FC27B9}" srcId="{DC2BA5AC-E2AB-4A3C-BD78-B020B1714881}" destId="{34115F4A-F451-437F-B389-7323978CCD3A}" srcOrd="4" destOrd="0" parTransId="{7D82C513-1C6B-43DE-8F91-80D72990ABE1}" sibTransId="{379366A5-F6EA-4341-B016-044660565D34}"/>
    <dgm:cxn modelId="{338D4B61-53D8-4EF7-8BBF-4CFFCACFEAE5}" type="presOf" srcId="{6E50319E-EC6C-414E-AE5D-BAFCCF666082}" destId="{C84F01D2-AC7A-4964-B26A-B36662FD3002}" srcOrd="0" destOrd="0" presId="urn:microsoft.com/office/officeart/2018/2/layout/IconVerticalSolidList"/>
    <dgm:cxn modelId="{3218A846-37BF-4348-8432-6A5CAFE14265}" srcId="{DC2BA5AC-E2AB-4A3C-BD78-B020B1714881}" destId="{1AD7621F-C0CC-4993-B753-0C16CC02F214}" srcOrd="3" destOrd="0" parTransId="{EAE43E0D-475E-47C2-B74D-9638335C9C8F}" sibTransId="{D887A70C-98EF-4C21-BB0C-95B692FC30DF}"/>
    <dgm:cxn modelId="{4878FD4C-C883-45B1-AABE-5207F85E44EE}" srcId="{DC2BA5AC-E2AB-4A3C-BD78-B020B1714881}" destId="{C8E2C5D5-4CD6-4DAB-9652-A23AF0C436BC}" srcOrd="1" destOrd="0" parTransId="{B40E6E76-31DE-452A-B94D-42536A8ECCE4}" sibTransId="{09400248-1CE9-4995-84F4-5D711E2CB220}"/>
    <dgm:cxn modelId="{16503478-1651-45DD-8316-2F91F40315E5}" type="presOf" srcId="{C8E2C5D5-4CD6-4DAB-9652-A23AF0C436BC}" destId="{B65E80DB-5688-42AF-8A36-010D1A62C63E}" srcOrd="0" destOrd="0" presId="urn:microsoft.com/office/officeart/2018/2/layout/IconVerticalSolidList"/>
    <dgm:cxn modelId="{DDB060B6-7179-470E-A7AE-7B730D1449AA}" type="presOf" srcId="{D3F73432-C8FB-4E28-A84C-DD147007930E}" destId="{3CEA6E46-6EC9-40CE-95A0-E90F4231149D}" srcOrd="0" destOrd="0" presId="urn:microsoft.com/office/officeart/2018/2/layout/IconVerticalSolidList"/>
    <dgm:cxn modelId="{A42DBDCF-4259-478A-B050-3E68809C9A61}" type="presOf" srcId="{1AD7621F-C0CC-4993-B753-0C16CC02F214}" destId="{9EC83304-E896-4C37-8E2A-411385D0E754}" srcOrd="0" destOrd="0" presId="urn:microsoft.com/office/officeart/2018/2/layout/IconVerticalSolidList"/>
    <dgm:cxn modelId="{AFA521D2-7F55-4718-87A6-EE60A2F88348}" type="presOf" srcId="{DC2BA5AC-E2AB-4A3C-BD78-B020B1714881}" destId="{D162DF17-6FA8-4377-9005-B10559057E86}" srcOrd="0" destOrd="0" presId="urn:microsoft.com/office/officeart/2018/2/layout/IconVerticalSolidList"/>
    <dgm:cxn modelId="{9BD97BF7-933B-4799-A91F-D1947DD1527A}" type="presOf" srcId="{34115F4A-F451-437F-B389-7323978CCD3A}" destId="{E56FE4E6-B212-4AE2-A750-3085FFBDBDA0}" srcOrd="0" destOrd="0" presId="urn:microsoft.com/office/officeart/2018/2/layout/IconVerticalSolidList"/>
    <dgm:cxn modelId="{E5AAF8C8-7AA2-4E21-BDFB-14F6F1FCB2D2}" type="presParOf" srcId="{D162DF17-6FA8-4377-9005-B10559057E86}" destId="{41EA723F-E96D-416F-8A96-70B022F0A54B}" srcOrd="0" destOrd="0" presId="urn:microsoft.com/office/officeart/2018/2/layout/IconVerticalSolidList"/>
    <dgm:cxn modelId="{AA4BD19D-6D8C-4446-A421-DD768A8B51B2}" type="presParOf" srcId="{41EA723F-E96D-416F-8A96-70B022F0A54B}" destId="{18CB7EF7-36CD-4E60-8D3E-6C834E8E2DB9}" srcOrd="0" destOrd="0" presId="urn:microsoft.com/office/officeart/2018/2/layout/IconVerticalSolidList"/>
    <dgm:cxn modelId="{74651181-BB23-4C90-846D-07A0F27B10DD}" type="presParOf" srcId="{41EA723F-E96D-416F-8A96-70B022F0A54B}" destId="{5E6B688D-A802-41C8-B054-BEB4FA4BDDA4}" srcOrd="1" destOrd="0" presId="urn:microsoft.com/office/officeart/2018/2/layout/IconVerticalSolidList"/>
    <dgm:cxn modelId="{7CB84116-9796-4916-9481-E271AB311C02}" type="presParOf" srcId="{41EA723F-E96D-416F-8A96-70B022F0A54B}" destId="{6F2955D2-77AC-435D-AA92-CC5F2E11BA88}" srcOrd="2" destOrd="0" presId="urn:microsoft.com/office/officeart/2018/2/layout/IconVerticalSolidList"/>
    <dgm:cxn modelId="{501348A1-F2C0-4292-9E71-56661DF7B906}" type="presParOf" srcId="{41EA723F-E96D-416F-8A96-70B022F0A54B}" destId="{C84F01D2-AC7A-4964-B26A-B36662FD3002}" srcOrd="3" destOrd="0" presId="urn:microsoft.com/office/officeart/2018/2/layout/IconVerticalSolidList"/>
    <dgm:cxn modelId="{14191212-54D8-426E-B44C-EE99F0D545C4}" type="presParOf" srcId="{D162DF17-6FA8-4377-9005-B10559057E86}" destId="{6C202246-F689-4873-8374-40D13EC2D6E9}" srcOrd="1" destOrd="0" presId="urn:microsoft.com/office/officeart/2018/2/layout/IconVerticalSolidList"/>
    <dgm:cxn modelId="{F6EC4AD1-F9D3-4FAF-B396-98665A490D77}" type="presParOf" srcId="{D162DF17-6FA8-4377-9005-B10559057E86}" destId="{ACA8D2EF-1577-4F20-9620-065A21C1E52B}" srcOrd="2" destOrd="0" presId="urn:microsoft.com/office/officeart/2018/2/layout/IconVerticalSolidList"/>
    <dgm:cxn modelId="{D69891D0-A459-48D2-A951-9B4802F51595}" type="presParOf" srcId="{ACA8D2EF-1577-4F20-9620-065A21C1E52B}" destId="{202A8A14-A4A4-4C1B-A0E2-21AE91FF7EA3}" srcOrd="0" destOrd="0" presId="urn:microsoft.com/office/officeart/2018/2/layout/IconVerticalSolidList"/>
    <dgm:cxn modelId="{E51EBE01-0DFC-4004-B486-289EA0947E4E}" type="presParOf" srcId="{ACA8D2EF-1577-4F20-9620-065A21C1E52B}" destId="{6BAAE53D-42F1-4AD9-B590-5F18D8699A9C}" srcOrd="1" destOrd="0" presId="urn:microsoft.com/office/officeart/2018/2/layout/IconVerticalSolidList"/>
    <dgm:cxn modelId="{216EF437-BBAE-4002-8A8D-561E035F0511}" type="presParOf" srcId="{ACA8D2EF-1577-4F20-9620-065A21C1E52B}" destId="{9C4A737A-1060-464F-9CB9-A712F3828F67}" srcOrd="2" destOrd="0" presId="urn:microsoft.com/office/officeart/2018/2/layout/IconVerticalSolidList"/>
    <dgm:cxn modelId="{61220017-1B6B-4EE2-AF62-1D8BAF3BE08A}" type="presParOf" srcId="{ACA8D2EF-1577-4F20-9620-065A21C1E52B}" destId="{B65E80DB-5688-42AF-8A36-010D1A62C63E}" srcOrd="3" destOrd="0" presId="urn:microsoft.com/office/officeart/2018/2/layout/IconVerticalSolidList"/>
    <dgm:cxn modelId="{D3C077CB-D66C-4E46-B17A-3CB849BA47EE}" type="presParOf" srcId="{D162DF17-6FA8-4377-9005-B10559057E86}" destId="{A43B3AA1-B5B2-49EE-897A-F2DFC4CDAF51}" srcOrd="3" destOrd="0" presId="urn:microsoft.com/office/officeart/2018/2/layout/IconVerticalSolidList"/>
    <dgm:cxn modelId="{28715FFB-0338-41A8-A866-EBDFCE0E707B}" type="presParOf" srcId="{D162DF17-6FA8-4377-9005-B10559057E86}" destId="{9859F89B-73AD-46A5-9104-1E659170F7A9}" srcOrd="4" destOrd="0" presId="urn:microsoft.com/office/officeart/2018/2/layout/IconVerticalSolidList"/>
    <dgm:cxn modelId="{25B51E19-5B5C-4DE6-ABCB-88798CE7ED62}" type="presParOf" srcId="{9859F89B-73AD-46A5-9104-1E659170F7A9}" destId="{A33DBEFC-47C8-48FF-B6AD-6873C871D181}" srcOrd="0" destOrd="0" presId="urn:microsoft.com/office/officeart/2018/2/layout/IconVerticalSolidList"/>
    <dgm:cxn modelId="{51356BA2-4EC7-43A2-AE8B-3AF62428D095}" type="presParOf" srcId="{9859F89B-73AD-46A5-9104-1E659170F7A9}" destId="{C52C7055-513A-480C-B09C-5E7A4145AF20}" srcOrd="1" destOrd="0" presId="urn:microsoft.com/office/officeart/2018/2/layout/IconVerticalSolidList"/>
    <dgm:cxn modelId="{07FD9F7B-8D09-4CCC-982F-62C0CA556E31}" type="presParOf" srcId="{9859F89B-73AD-46A5-9104-1E659170F7A9}" destId="{9C56EB3F-34E7-417E-B259-00B7C39941C2}" srcOrd="2" destOrd="0" presId="urn:microsoft.com/office/officeart/2018/2/layout/IconVerticalSolidList"/>
    <dgm:cxn modelId="{0B5BAE00-481D-4CEB-A7DE-E3653C4AFC2B}" type="presParOf" srcId="{9859F89B-73AD-46A5-9104-1E659170F7A9}" destId="{3CEA6E46-6EC9-40CE-95A0-E90F4231149D}" srcOrd="3" destOrd="0" presId="urn:microsoft.com/office/officeart/2018/2/layout/IconVerticalSolidList"/>
    <dgm:cxn modelId="{32FD771C-9188-4781-8084-5B81D86DEC60}" type="presParOf" srcId="{D162DF17-6FA8-4377-9005-B10559057E86}" destId="{E79D8390-50E0-4B2D-9C56-854966551E6F}" srcOrd="5" destOrd="0" presId="urn:microsoft.com/office/officeart/2018/2/layout/IconVerticalSolidList"/>
    <dgm:cxn modelId="{DA5035EF-9981-4BD5-94F0-E1048D253ADB}" type="presParOf" srcId="{D162DF17-6FA8-4377-9005-B10559057E86}" destId="{95902294-5AEE-4C39-96FD-419F2EDCD614}" srcOrd="6" destOrd="0" presId="urn:microsoft.com/office/officeart/2018/2/layout/IconVerticalSolidList"/>
    <dgm:cxn modelId="{EF06FFE9-18D6-40F7-8C73-BBE6251A89F6}" type="presParOf" srcId="{95902294-5AEE-4C39-96FD-419F2EDCD614}" destId="{2B14FF8E-9F03-4B0D-9FE8-AB9A66FE47B1}" srcOrd="0" destOrd="0" presId="urn:microsoft.com/office/officeart/2018/2/layout/IconVerticalSolidList"/>
    <dgm:cxn modelId="{BB60A445-9EED-422A-A3E1-289BA1F8D964}" type="presParOf" srcId="{95902294-5AEE-4C39-96FD-419F2EDCD614}" destId="{565B05C6-C90E-48B3-93F5-BCB6756C9416}" srcOrd="1" destOrd="0" presId="urn:microsoft.com/office/officeart/2018/2/layout/IconVerticalSolidList"/>
    <dgm:cxn modelId="{B86CB50F-BEBF-456B-9FAF-D1C8FC3E0DCD}" type="presParOf" srcId="{95902294-5AEE-4C39-96FD-419F2EDCD614}" destId="{491A6BAE-07D3-4413-BC6B-D5D2B1FC45B2}" srcOrd="2" destOrd="0" presId="urn:microsoft.com/office/officeart/2018/2/layout/IconVerticalSolidList"/>
    <dgm:cxn modelId="{8B32BCAE-F290-419E-845A-F1E8B784130A}" type="presParOf" srcId="{95902294-5AEE-4C39-96FD-419F2EDCD614}" destId="{9EC83304-E896-4C37-8E2A-411385D0E754}" srcOrd="3" destOrd="0" presId="urn:microsoft.com/office/officeart/2018/2/layout/IconVerticalSolidList"/>
    <dgm:cxn modelId="{96FBD3FD-0A30-48EE-95E9-C009B19471C5}" type="presParOf" srcId="{D162DF17-6FA8-4377-9005-B10559057E86}" destId="{20CC705C-357B-49B1-8D27-1267A6DE1106}" srcOrd="7" destOrd="0" presId="urn:microsoft.com/office/officeart/2018/2/layout/IconVerticalSolidList"/>
    <dgm:cxn modelId="{41EA06C7-4749-49DD-8A43-0C2D5FD900A4}" type="presParOf" srcId="{D162DF17-6FA8-4377-9005-B10559057E86}" destId="{F900CF4E-9362-429F-8752-8083D080DF29}" srcOrd="8" destOrd="0" presId="urn:microsoft.com/office/officeart/2018/2/layout/IconVerticalSolidList"/>
    <dgm:cxn modelId="{CC60180C-AFCB-41AA-8C0C-82E6D8D5E073}" type="presParOf" srcId="{F900CF4E-9362-429F-8752-8083D080DF29}" destId="{811D8EB1-966E-40AD-AC05-6A101C12698C}" srcOrd="0" destOrd="0" presId="urn:microsoft.com/office/officeart/2018/2/layout/IconVerticalSolidList"/>
    <dgm:cxn modelId="{549B63A6-CD02-4D5A-BAB6-0B91CE1A4FF6}" type="presParOf" srcId="{F900CF4E-9362-429F-8752-8083D080DF29}" destId="{A5D2CB02-37B5-4A84-9FAF-C5D264A91421}" srcOrd="1" destOrd="0" presId="urn:microsoft.com/office/officeart/2018/2/layout/IconVerticalSolidList"/>
    <dgm:cxn modelId="{53CAD898-837A-4CF8-9019-4F6AD069525F}" type="presParOf" srcId="{F900CF4E-9362-429F-8752-8083D080DF29}" destId="{4E68B715-0037-423B-ACC4-21CB88291584}" srcOrd="2" destOrd="0" presId="urn:microsoft.com/office/officeart/2018/2/layout/IconVerticalSolidList"/>
    <dgm:cxn modelId="{4B3B9234-0310-482B-936F-7AC74851F477}" type="presParOf" srcId="{F900CF4E-9362-429F-8752-8083D080DF29}" destId="{E56FE4E6-B212-4AE2-A750-3085FFBDBD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7A83EE7-EB7E-41F5-8A7A-97731DC02FC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658365-7BEB-4098-984B-EE6003EF6684}">
      <dgm:prSet/>
      <dgm:spPr/>
      <dgm:t>
        <a:bodyPr/>
        <a:lstStyle/>
        <a:p>
          <a:pPr>
            <a:defRPr b="1"/>
          </a:pPr>
          <a:r>
            <a:rPr lang="en-IN" b="1"/>
            <a:t>Bilingual Support</a:t>
          </a:r>
          <a:r>
            <a:rPr lang="en-IN"/>
            <a:t>:</a:t>
          </a:r>
          <a:endParaRPr lang="en-US"/>
        </a:p>
      </dgm:t>
    </dgm:pt>
    <dgm:pt modelId="{D10875B8-618A-4A3E-994E-208479D131CF}" type="parTrans" cxnId="{50B12FC6-DF29-42AC-B81F-BE55395EBA78}">
      <dgm:prSet/>
      <dgm:spPr/>
      <dgm:t>
        <a:bodyPr/>
        <a:lstStyle/>
        <a:p>
          <a:endParaRPr lang="en-US"/>
        </a:p>
      </dgm:t>
    </dgm:pt>
    <dgm:pt modelId="{1F9F9AB9-9028-4AC6-9EF6-89056DB94713}" type="sibTrans" cxnId="{50B12FC6-DF29-42AC-B81F-BE55395EBA78}">
      <dgm:prSet/>
      <dgm:spPr/>
      <dgm:t>
        <a:bodyPr/>
        <a:lstStyle/>
        <a:p>
          <a:endParaRPr lang="en-US"/>
        </a:p>
      </dgm:t>
    </dgm:pt>
    <dgm:pt modelId="{2EBDA1FB-30F3-475A-B790-4DAAEC6A7670}">
      <dgm:prSet/>
      <dgm:spPr/>
      <dgm:t>
        <a:bodyPr/>
        <a:lstStyle/>
        <a:p>
          <a:r>
            <a:rPr lang="en-IN"/>
            <a:t>English/French interface</a:t>
          </a:r>
          <a:endParaRPr lang="en-US"/>
        </a:p>
      </dgm:t>
    </dgm:pt>
    <dgm:pt modelId="{62618A3F-49AF-4181-9721-B37FF44B46E8}" type="parTrans" cxnId="{60A8D8D7-56D6-4A75-8E64-751C28E8D242}">
      <dgm:prSet/>
      <dgm:spPr/>
      <dgm:t>
        <a:bodyPr/>
        <a:lstStyle/>
        <a:p>
          <a:endParaRPr lang="en-US"/>
        </a:p>
      </dgm:t>
    </dgm:pt>
    <dgm:pt modelId="{18B9E6F3-B7A8-4BC6-8709-9EC33AB9667C}" type="sibTrans" cxnId="{60A8D8D7-56D6-4A75-8E64-751C28E8D242}">
      <dgm:prSet/>
      <dgm:spPr/>
      <dgm:t>
        <a:bodyPr/>
        <a:lstStyle/>
        <a:p>
          <a:endParaRPr lang="en-US"/>
        </a:p>
      </dgm:t>
    </dgm:pt>
    <dgm:pt modelId="{C3C61783-F717-4365-90D1-1DB3C3ECF567}">
      <dgm:prSet/>
      <dgm:spPr/>
      <dgm:t>
        <a:bodyPr/>
        <a:lstStyle/>
        <a:p>
          <a:r>
            <a:rPr lang="en-IN"/>
            <a:t>Detects allergens in both languages</a:t>
          </a:r>
          <a:endParaRPr lang="en-US"/>
        </a:p>
      </dgm:t>
    </dgm:pt>
    <dgm:pt modelId="{CD73BF6D-CCEC-49A0-9F65-3AB572C9F366}" type="parTrans" cxnId="{1970D25F-7407-4E1D-9632-942C4C163DBE}">
      <dgm:prSet/>
      <dgm:spPr/>
      <dgm:t>
        <a:bodyPr/>
        <a:lstStyle/>
        <a:p>
          <a:endParaRPr lang="en-US"/>
        </a:p>
      </dgm:t>
    </dgm:pt>
    <dgm:pt modelId="{FA427E44-DAFD-4BCF-9205-7EA2DA3FF6D8}" type="sibTrans" cxnId="{1970D25F-7407-4E1D-9632-942C4C163DBE}">
      <dgm:prSet/>
      <dgm:spPr/>
      <dgm:t>
        <a:bodyPr/>
        <a:lstStyle/>
        <a:p>
          <a:endParaRPr lang="en-US"/>
        </a:p>
      </dgm:t>
    </dgm:pt>
    <dgm:pt modelId="{A2603BE1-10E2-40DD-983B-674B0B0FA8FE}">
      <dgm:prSet/>
      <dgm:spPr/>
      <dgm:t>
        <a:bodyPr/>
        <a:lstStyle/>
        <a:p>
          <a:r>
            <a:rPr lang="en-IN"/>
            <a:t>Canadian spelling variations</a:t>
          </a:r>
          <a:endParaRPr lang="en-US"/>
        </a:p>
      </dgm:t>
    </dgm:pt>
    <dgm:pt modelId="{BF8A1EA8-2EF9-4193-B4C5-FDD53E4B9643}" type="parTrans" cxnId="{DB071489-D25E-4DEC-9CCA-B6469FE2B9DD}">
      <dgm:prSet/>
      <dgm:spPr/>
      <dgm:t>
        <a:bodyPr/>
        <a:lstStyle/>
        <a:p>
          <a:endParaRPr lang="en-US"/>
        </a:p>
      </dgm:t>
    </dgm:pt>
    <dgm:pt modelId="{E82554C7-B5F4-457C-8EAC-118EDDD0A20C}" type="sibTrans" cxnId="{DB071489-D25E-4DEC-9CCA-B6469FE2B9DD}">
      <dgm:prSet/>
      <dgm:spPr/>
      <dgm:t>
        <a:bodyPr/>
        <a:lstStyle/>
        <a:p>
          <a:endParaRPr lang="en-US"/>
        </a:p>
      </dgm:t>
    </dgm:pt>
    <dgm:pt modelId="{71F17CAF-6A32-4C64-9A2A-787F44011210}">
      <dgm:prSet/>
      <dgm:spPr/>
      <dgm:t>
        <a:bodyPr/>
        <a:lstStyle/>
        <a:p>
          <a:pPr>
            <a:defRPr b="1"/>
          </a:pPr>
          <a:r>
            <a:rPr lang="en-IN" b="1"/>
            <a:t>Localized Database</a:t>
          </a:r>
          <a:r>
            <a:rPr lang="en-IN"/>
            <a:t>:</a:t>
          </a:r>
          <a:endParaRPr lang="en-US"/>
        </a:p>
      </dgm:t>
    </dgm:pt>
    <dgm:pt modelId="{CA6479EB-17EE-482B-A002-E05D3EBDDD6D}" type="parTrans" cxnId="{F9664003-48CE-44DA-89E2-7EBE9FA03A42}">
      <dgm:prSet/>
      <dgm:spPr/>
      <dgm:t>
        <a:bodyPr/>
        <a:lstStyle/>
        <a:p>
          <a:endParaRPr lang="en-US"/>
        </a:p>
      </dgm:t>
    </dgm:pt>
    <dgm:pt modelId="{A17D5B9F-C8F4-4457-9E4B-71CF53520C76}" type="sibTrans" cxnId="{F9664003-48CE-44DA-89E2-7EBE9FA03A42}">
      <dgm:prSet/>
      <dgm:spPr/>
      <dgm:t>
        <a:bodyPr/>
        <a:lstStyle/>
        <a:p>
          <a:endParaRPr lang="en-US"/>
        </a:p>
      </dgm:t>
    </dgm:pt>
    <dgm:pt modelId="{A318BFD5-3DAA-4210-9D79-D95BDCFB85DF}">
      <dgm:prSet/>
      <dgm:spPr/>
      <dgm:t>
        <a:bodyPr/>
        <a:lstStyle/>
        <a:p>
          <a:r>
            <a:rPr lang="en-IN"/>
            <a:t>Canadian food regulations</a:t>
          </a:r>
          <a:endParaRPr lang="en-US"/>
        </a:p>
      </dgm:t>
    </dgm:pt>
    <dgm:pt modelId="{73A89DE8-8EBB-40D4-82BE-90A34A818D03}" type="parTrans" cxnId="{0AF25984-6A60-470A-A3DC-67C98D27A7BB}">
      <dgm:prSet/>
      <dgm:spPr/>
      <dgm:t>
        <a:bodyPr/>
        <a:lstStyle/>
        <a:p>
          <a:endParaRPr lang="en-US"/>
        </a:p>
      </dgm:t>
    </dgm:pt>
    <dgm:pt modelId="{DA80B40D-9F6C-40B7-984B-3FFF57E0CD4B}" type="sibTrans" cxnId="{0AF25984-6A60-470A-A3DC-67C98D27A7BB}">
      <dgm:prSet/>
      <dgm:spPr/>
      <dgm:t>
        <a:bodyPr/>
        <a:lstStyle/>
        <a:p>
          <a:endParaRPr lang="en-US"/>
        </a:p>
      </dgm:t>
    </dgm:pt>
    <dgm:pt modelId="{E5854B9B-01E0-48C6-B69E-9042B9A3B3A5}">
      <dgm:prSet/>
      <dgm:spPr/>
      <dgm:t>
        <a:bodyPr/>
        <a:lstStyle/>
        <a:p>
          <a:r>
            <a:rPr lang="en-IN"/>
            <a:t>Common Canadian brand names</a:t>
          </a:r>
          <a:endParaRPr lang="en-US"/>
        </a:p>
      </dgm:t>
    </dgm:pt>
    <dgm:pt modelId="{7E9096C2-73F1-4AEB-B937-0766A59ABA6B}" type="parTrans" cxnId="{BF7C3B76-DEDD-401A-9797-640F5E2FFCBF}">
      <dgm:prSet/>
      <dgm:spPr/>
      <dgm:t>
        <a:bodyPr/>
        <a:lstStyle/>
        <a:p>
          <a:endParaRPr lang="en-US"/>
        </a:p>
      </dgm:t>
    </dgm:pt>
    <dgm:pt modelId="{5DBDE5F7-377F-4071-9C8C-C8DEA6FA250A}" type="sibTrans" cxnId="{BF7C3B76-DEDD-401A-9797-640F5E2FFCBF}">
      <dgm:prSet/>
      <dgm:spPr/>
      <dgm:t>
        <a:bodyPr/>
        <a:lstStyle/>
        <a:p>
          <a:endParaRPr lang="en-US"/>
        </a:p>
      </dgm:t>
    </dgm:pt>
    <dgm:pt modelId="{E8124930-B552-4DD8-994E-00E03D66E037}">
      <dgm:prSet/>
      <dgm:spPr/>
      <dgm:t>
        <a:bodyPr/>
        <a:lstStyle/>
        <a:p>
          <a:r>
            <a:rPr lang="en-IN"/>
            <a:t>Regional product variations</a:t>
          </a:r>
          <a:endParaRPr lang="en-US"/>
        </a:p>
      </dgm:t>
    </dgm:pt>
    <dgm:pt modelId="{4C0B3094-CCE9-44C3-BBA3-74F8124566F7}" type="parTrans" cxnId="{CED36BDC-FD09-4708-B378-652773F31DAF}">
      <dgm:prSet/>
      <dgm:spPr/>
      <dgm:t>
        <a:bodyPr/>
        <a:lstStyle/>
        <a:p>
          <a:endParaRPr lang="en-US"/>
        </a:p>
      </dgm:t>
    </dgm:pt>
    <dgm:pt modelId="{22E3F4B1-A18E-435E-9D4C-4DBB25C7223D}" type="sibTrans" cxnId="{CED36BDC-FD09-4708-B378-652773F31DAF}">
      <dgm:prSet/>
      <dgm:spPr/>
      <dgm:t>
        <a:bodyPr/>
        <a:lstStyle/>
        <a:p>
          <a:endParaRPr lang="en-US"/>
        </a:p>
      </dgm:t>
    </dgm:pt>
    <dgm:pt modelId="{F62D2EBA-F2FA-49D5-8B8F-FE8D273032DF}" type="pres">
      <dgm:prSet presAssocID="{B7A83EE7-EB7E-41F5-8A7A-97731DC02FC9}" presName="root" presStyleCnt="0">
        <dgm:presLayoutVars>
          <dgm:dir/>
          <dgm:resizeHandles val="exact"/>
        </dgm:presLayoutVars>
      </dgm:prSet>
      <dgm:spPr/>
    </dgm:pt>
    <dgm:pt modelId="{EB6FD661-4E7A-417C-BF50-8E6264AB4F62}" type="pres">
      <dgm:prSet presAssocID="{17658365-7BEB-4098-984B-EE6003EF6684}" presName="compNode" presStyleCnt="0"/>
      <dgm:spPr/>
    </dgm:pt>
    <dgm:pt modelId="{3FD7F18D-F1A1-47D9-913F-C8A6445F9F06}" type="pres">
      <dgm:prSet presAssocID="{17658365-7BEB-4098-984B-EE6003EF6684}" presName="iconRect" presStyleLbl="node1" presStyleIdx="0" presStyleCnt="2"/>
      <dgm:spPr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</dgm:spPr>
    </dgm:pt>
    <dgm:pt modelId="{4EADA2D2-D3A6-499C-91BD-9C4C8C8E518C}" type="pres">
      <dgm:prSet presAssocID="{17658365-7BEB-4098-984B-EE6003EF6684}" presName="iconSpace" presStyleCnt="0"/>
      <dgm:spPr/>
    </dgm:pt>
    <dgm:pt modelId="{1C3B0C25-69EA-43F6-A77A-26F187CD7899}" type="pres">
      <dgm:prSet presAssocID="{17658365-7BEB-4098-984B-EE6003EF6684}" presName="parTx" presStyleLbl="revTx" presStyleIdx="0" presStyleCnt="4">
        <dgm:presLayoutVars>
          <dgm:chMax val="0"/>
          <dgm:chPref val="0"/>
        </dgm:presLayoutVars>
      </dgm:prSet>
      <dgm:spPr/>
    </dgm:pt>
    <dgm:pt modelId="{61E675ED-823A-4F91-B228-92AC9BB0A9DA}" type="pres">
      <dgm:prSet presAssocID="{17658365-7BEB-4098-984B-EE6003EF6684}" presName="txSpace" presStyleCnt="0"/>
      <dgm:spPr/>
    </dgm:pt>
    <dgm:pt modelId="{DFDC18D2-1D98-4BEC-9F49-1FB2B60A6F18}" type="pres">
      <dgm:prSet presAssocID="{17658365-7BEB-4098-984B-EE6003EF6684}" presName="desTx" presStyleLbl="revTx" presStyleIdx="1" presStyleCnt="4">
        <dgm:presLayoutVars/>
      </dgm:prSet>
      <dgm:spPr/>
    </dgm:pt>
    <dgm:pt modelId="{2D090790-647A-445B-9A7F-A82586A07731}" type="pres">
      <dgm:prSet presAssocID="{1F9F9AB9-9028-4AC6-9EF6-89056DB94713}" presName="sibTrans" presStyleCnt="0"/>
      <dgm:spPr/>
    </dgm:pt>
    <dgm:pt modelId="{E083D1BA-A13F-483B-A241-D352E6AD95D4}" type="pres">
      <dgm:prSet presAssocID="{71F17CAF-6A32-4C64-9A2A-787F44011210}" presName="compNode" presStyleCnt="0"/>
      <dgm:spPr/>
    </dgm:pt>
    <dgm:pt modelId="{C2E6A248-C99C-4B9C-B890-0952DD72B703}" type="pres">
      <dgm:prSet presAssocID="{71F17CAF-6A32-4C64-9A2A-787F44011210}" presName="iconRect" presStyleLbl="node1" presStyleIdx="1" presStyleCnt="2"/>
      <dgm:spPr>
        <a:blipFill>
          <a:blip xmlns:r="http://schemas.openxmlformats.org/officeDocument/2006/relationships" r:embed="rId2"/>
          <a:srcRect/>
          <a:stretch>
            <a:fillRect/>
          </a:stretch>
        </a:blipFill>
        <a:ln>
          <a:noFill/>
        </a:ln>
      </dgm:spPr>
    </dgm:pt>
    <dgm:pt modelId="{CC95A17C-2C3E-4401-9ED8-19B60279C70F}" type="pres">
      <dgm:prSet presAssocID="{71F17CAF-6A32-4C64-9A2A-787F44011210}" presName="iconSpace" presStyleCnt="0"/>
      <dgm:spPr/>
    </dgm:pt>
    <dgm:pt modelId="{8CF597D4-4ADF-4C40-AE6E-9F8FE7FE39A5}" type="pres">
      <dgm:prSet presAssocID="{71F17CAF-6A32-4C64-9A2A-787F44011210}" presName="parTx" presStyleLbl="revTx" presStyleIdx="2" presStyleCnt="4">
        <dgm:presLayoutVars>
          <dgm:chMax val="0"/>
          <dgm:chPref val="0"/>
        </dgm:presLayoutVars>
      </dgm:prSet>
      <dgm:spPr/>
    </dgm:pt>
    <dgm:pt modelId="{CF15BA26-A588-47CA-B5A0-FCDC2C75696B}" type="pres">
      <dgm:prSet presAssocID="{71F17CAF-6A32-4C64-9A2A-787F44011210}" presName="txSpace" presStyleCnt="0"/>
      <dgm:spPr/>
    </dgm:pt>
    <dgm:pt modelId="{BC0F89D5-4DC9-4EFF-BBDD-62D59130627B}" type="pres">
      <dgm:prSet presAssocID="{71F17CAF-6A32-4C64-9A2A-787F44011210}" presName="desTx" presStyleLbl="revTx" presStyleIdx="3" presStyleCnt="4">
        <dgm:presLayoutVars/>
      </dgm:prSet>
      <dgm:spPr/>
    </dgm:pt>
  </dgm:ptLst>
  <dgm:cxnLst>
    <dgm:cxn modelId="{2830D001-B95F-4FED-ADCF-128E5265830C}" type="presOf" srcId="{C3C61783-F717-4365-90D1-1DB3C3ECF567}" destId="{DFDC18D2-1D98-4BEC-9F49-1FB2B60A6F18}" srcOrd="0" destOrd="1" presId="urn:microsoft.com/office/officeart/2018/5/layout/CenteredIconLabelDescriptionList"/>
    <dgm:cxn modelId="{F9664003-48CE-44DA-89E2-7EBE9FA03A42}" srcId="{B7A83EE7-EB7E-41F5-8A7A-97731DC02FC9}" destId="{71F17CAF-6A32-4C64-9A2A-787F44011210}" srcOrd="1" destOrd="0" parTransId="{CA6479EB-17EE-482B-A002-E05D3EBDDD6D}" sibTransId="{A17D5B9F-C8F4-4457-9E4B-71CF53520C76}"/>
    <dgm:cxn modelId="{7AD4CD1F-125E-4F1E-9944-AE3416579DBB}" type="presOf" srcId="{A2603BE1-10E2-40DD-983B-674B0B0FA8FE}" destId="{DFDC18D2-1D98-4BEC-9F49-1FB2B60A6F18}" srcOrd="0" destOrd="2" presId="urn:microsoft.com/office/officeart/2018/5/layout/CenteredIconLabelDescriptionList"/>
    <dgm:cxn modelId="{1970D25F-7407-4E1D-9632-942C4C163DBE}" srcId="{17658365-7BEB-4098-984B-EE6003EF6684}" destId="{C3C61783-F717-4365-90D1-1DB3C3ECF567}" srcOrd="1" destOrd="0" parTransId="{CD73BF6D-CCEC-49A0-9F65-3AB572C9F366}" sibTransId="{FA427E44-DAFD-4BCF-9205-7EA2DA3FF6D8}"/>
    <dgm:cxn modelId="{83B84468-2D15-472F-8BCA-B808B42C732A}" type="presOf" srcId="{2EBDA1FB-30F3-475A-B790-4DAAEC6A7670}" destId="{DFDC18D2-1D98-4BEC-9F49-1FB2B60A6F18}" srcOrd="0" destOrd="0" presId="urn:microsoft.com/office/officeart/2018/5/layout/CenteredIconLabelDescriptionList"/>
    <dgm:cxn modelId="{BF7C3B76-DEDD-401A-9797-640F5E2FFCBF}" srcId="{71F17CAF-6A32-4C64-9A2A-787F44011210}" destId="{E5854B9B-01E0-48C6-B69E-9042B9A3B3A5}" srcOrd="1" destOrd="0" parTransId="{7E9096C2-73F1-4AEB-B937-0766A59ABA6B}" sibTransId="{5DBDE5F7-377F-4071-9C8C-C8DEA6FA250A}"/>
    <dgm:cxn modelId="{9DFE747D-CC23-427E-9D8F-C50884214ADF}" type="presOf" srcId="{A318BFD5-3DAA-4210-9D79-D95BDCFB85DF}" destId="{BC0F89D5-4DC9-4EFF-BBDD-62D59130627B}" srcOrd="0" destOrd="0" presId="urn:microsoft.com/office/officeart/2018/5/layout/CenteredIconLabelDescriptionList"/>
    <dgm:cxn modelId="{0AF25984-6A60-470A-A3DC-67C98D27A7BB}" srcId="{71F17CAF-6A32-4C64-9A2A-787F44011210}" destId="{A318BFD5-3DAA-4210-9D79-D95BDCFB85DF}" srcOrd="0" destOrd="0" parTransId="{73A89DE8-8EBB-40D4-82BE-90A34A818D03}" sibTransId="{DA80B40D-9F6C-40B7-984B-3FFF57E0CD4B}"/>
    <dgm:cxn modelId="{DB071489-D25E-4DEC-9CCA-B6469FE2B9DD}" srcId="{17658365-7BEB-4098-984B-EE6003EF6684}" destId="{A2603BE1-10E2-40DD-983B-674B0B0FA8FE}" srcOrd="2" destOrd="0" parTransId="{BF8A1EA8-2EF9-4193-B4C5-FDD53E4B9643}" sibTransId="{E82554C7-B5F4-457C-8EAC-118EDDD0A20C}"/>
    <dgm:cxn modelId="{00CFB4BA-B347-4F63-AEAE-0AA153D24AD7}" type="presOf" srcId="{B7A83EE7-EB7E-41F5-8A7A-97731DC02FC9}" destId="{F62D2EBA-F2FA-49D5-8B8F-FE8D273032DF}" srcOrd="0" destOrd="0" presId="urn:microsoft.com/office/officeart/2018/5/layout/CenteredIconLabelDescriptionList"/>
    <dgm:cxn modelId="{50B12FC6-DF29-42AC-B81F-BE55395EBA78}" srcId="{B7A83EE7-EB7E-41F5-8A7A-97731DC02FC9}" destId="{17658365-7BEB-4098-984B-EE6003EF6684}" srcOrd="0" destOrd="0" parTransId="{D10875B8-618A-4A3E-994E-208479D131CF}" sibTransId="{1F9F9AB9-9028-4AC6-9EF6-89056DB94713}"/>
    <dgm:cxn modelId="{16287BCA-61EB-489F-95AE-17C4A5682243}" type="presOf" srcId="{71F17CAF-6A32-4C64-9A2A-787F44011210}" destId="{8CF597D4-4ADF-4C40-AE6E-9F8FE7FE39A5}" srcOrd="0" destOrd="0" presId="urn:microsoft.com/office/officeart/2018/5/layout/CenteredIconLabelDescriptionList"/>
    <dgm:cxn modelId="{529255CB-F8BF-46B1-897D-EA0444DCC689}" type="presOf" srcId="{E8124930-B552-4DD8-994E-00E03D66E037}" destId="{BC0F89D5-4DC9-4EFF-BBDD-62D59130627B}" srcOrd="0" destOrd="2" presId="urn:microsoft.com/office/officeart/2018/5/layout/CenteredIconLabelDescriptionList"/>
    <dgm:cxn modelId="{60A8D8D7-56D6-4A75-8E64-751C28E8D242}" srcId="{17658365-7BEB-4098-984B-EE6003EF6684}" destId="{2EBDA1FB-30F3-475A-B790-4DAAEC6A7670}" srcOrd="0" destOrd="0" parTransId="{62618A3F-49AF-4181-9721-B37FF44B46E8}" sibTransId="{18B9E6F3-B7A8-4BC6-8709-9EC33AB9667C}"/>
    <dgm:cxn modelId="{461FFFD7-6078-423C-BFB8-D0CDD904069E}" type="presOf" srcId="{17658365-7BEB-4098-984B-EE6003EF6684}" destId="{1C3B0C25-69EA-43F6-A77A-26F187CD7899}" srcOrd="0" destOrd="0" presId="urn:microsoft.com/office/officeart/2018/5/layout/CenteredIconLabelDescriptionList"/>
    <dgm:cxn modelId="{CED36BDC-FD09-4708-B378-652773F31DAF}" srcId="{71F17CAF-6A32-4C64-9A2A-787F44011210}" destId="{E8124930-B552-4DD8-994E-00E03D66E037}" srcOrd="2" destOrd="0" parTransId="{4C0B3094-CCE9-44C3-BBA3-74F8124566F7}" sibTransId="{22E3F4B1-A18E-435E-9D4C-4DBB25C7223D}"/>
    <dgm:cxn modelId="{B4F6E3F3-AB46-47EE-9ED9-C93C2AFFC50D}" type="presOf" srcId="{E5854B9B-01E0-48C6-B69E-9042B9A3B3A5}" destId="{BC0F89D5-4DC9-4EFF-BBDD-62D59130627B}" srcOrd="0" destOrd="1" presId="urn:microsoft.com/office/officeart/2018/5/layout/CenteredIconLabelDescriptionList"/>
    <dgm:cxn modelId="{EE48A3D8-DAA5-4976-8020-AC6F9231FD04}" type="presParOf" srcId="{F62D2EBA-F2FA-49D5-8B8F-FE8D273032DF}" destId="{EB6FD661-4E7A-417C-BF50-8E6264AB4F62}" srcOrd="0" destOrd="0" presId="urn:microsoft.com/office/officeart/2018/5/layout/CenteredIconLabelDescriptionList"/>
    <dgm:cxn modelId="{EAA193D3-0BFB-485B-B5E2-46CEDCDE1E46}" type="presParOf" srcId="{EB6FD661-4E7A-417C-BF50-8E6264AB4F62}" destId="{3FD7F18D-F1A1-47D9-913F-C8A6445F9F06}" srcOrd="0" destOrd="0" presId="urn:microsoft.com/office/officeart/2018/5/layout/CenteredIconLabelDescriptionList"/>
    <dgm:cxn modelId="{45A5E034-048C-4CD9-AAA6-CCB07E999EBD}" type="presParOf" srcId="{EB6FD661-4E7A-417C-BF50-8E6264AB4F62}" destId="{4EADA2D2-D3A6-499C-91BD-9C4C8C8E518C}" srcOrd="1" destOrd="0" presId="urn:microsoft.com/office/officeart/2018/5/layout/CenteredIconLabelDescriptionList"/>
    <dgm:cxn modelId="{8E33584F-985D-4A81-A942-E2B7366B9602}" type="presParOf" srcId="{EB6FD661-4E7A-417C-BF50-8E6264AB4F62}" destId="{1C3B0C25-69EA-43F6-A77A-26F187CD7899}" srcOrd="2" destOrd="0" presId="urn:microsoft.com/office/officeart/2018/5/layout/CenteredIconLabelDescriptionList"/>
    <dgm:cxn modelId="{081F676A-0F54-49A1-BC4A-B6C45958258A}" type="presParOf" srcId="{EB6FD661-4E7A-417C-BF50-8E6264AB4F62}" destId="{61E675ED-823A-4F91-B228-92AC9BB0A9DA}" srcOrd="3" destOrd="0" presId="urn:microsoft.com/office/officeart/2018/5/layout/CenteredIconLabelDescriptionList"/>
    <dgm:cxn modelId="{A3C6E3A8-8741-4A3E-B85E-25111407DAFA}" type="presParOf" srcId="{EB6FD661-4E7A-417C-BF50-8E6264AB4F62}" destId="{DFDC18D2-1D98-4BEC-9F49-1FB2B60A6F18}" srcOrd="4" destOrd="0" presId="urn:microsoft.com/office/officeart/2018/5/layout/CenteredIconLabelDescriptionList"/>
    <dgm:cxn modelId="{39751F1B-F708-4F11-BE6D-A01FDB2FD188}" type="presParOf" srcId="{F62D2EBA-F2FA-49D5-8B8F-FE8D273032DF}" destId="{2D090790-647A-445B-9A7F-A82586A07731}" srcOrd="1" destOrd="0" presId="urn:microsoft.com/office/officeart/2018/5/layout/CenteredIconLabelDescriptionList"/>
    <dgm:cxn modelId="{8AA87B2E-AA49-492D-B20D-BA2CC4539538}" type="presParOf" srcId="{F62D2EBA-F2FA-49D5-8B8F-FE8D273032DF}" destId="{E083D1BA-A13F-483B-A241-D352E6AD95D4}" srcOrd="2" destOrd="0" presId="urn:microsoft.com/office/officeart/2018/5/layout/CenteredIconLabelDescriptionList"/>
    <dgm:cxn modelId="{7DCD1A4F-15FE-4CA6-A7A2-E8EBE44DA514}" type="presParOf" srcId="{E083D1BA-A13F-483B-A241-D352E6AD95D4}" destId="{C2E6A248-C99C-4B9C-B890-0952DD72B703}" srcOrd="0" destOrd="0" presId="urn:microsoft.com/office/officeart/2018/5/layout/CenteredIconLabelDescriptionList"/>
    <dgm:cxn modelId="{77E29C44-8B02-4A5C-8F35-7FCCCD39E9C8}" type="presParOf" srcId="{E083D1BA-A13F-483B-A241-D352E6AD95D4}" destId="{CC95A17C-2C3E-4401-9ED8-19B60279C70F}" srcOrd="1" destOrd="0" presId="urn:microsoft.com/office/officeart/2018/5/layout/CenteredIconLabelDescriptionList"/>
    <dgm:cxn modelId="{7A444AFD-788E-430C-A805-9B8C3175A598}" type="presParOf" srcId="{E083D1BA-A13F-483B-A241-D352E6AD95D4}" destId="{8CF597D4-4ADF-4C40-AE6E-9F8FE7FE39A5}" srcOrd="2" destOrd="0" presId="urn:microsoft.com/office/officeart/2018/5/layout/CenteredIconLabelDescriptionList"/>
    <dgm:cxn modelId="{4CD46BD8-B53E-4E1A-8349-0C80D7CD92F7}" type="presParOf" srcId="{E083D1BA-A13F-483B-A241-D352E6AD95D4}" destId="{CF15BA26-A588-47CA-B5A0-FCDC2C75696B}" srcOrd="3" destOrd="0" presId="urn:microsoft.com/office/officeart/2018/5/layout/CenteredIconLabelDescriptionList"/>
    <dgm:cxn modelId="{5B40EF08-5873-42C9-950E-F67CA1BC88DD}" type="presParOf" srcId="{E083D1BA-A13F-483B-A241-D352E6AD95D4}" destId="{BC0F89D5-4DC9-4EFF-BBDD-62D59130627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FA29E1D-5E66-4B12-A776-5CA77E75684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8C5283C-3038-43A8-9CB6-B826B7850A3E}">
      <dgm:prSet/>
      <dgm:spPr/>
      <dgm:t>
        <a:bodyPr/>
        <a:lstStyle/>
        <a:p>
          <a:r>
            <a:rPr lang="en-US"/>
            <a:t>Tested on 100+ Canadian food products</a:t>
          </a:r>
        </a:p>
      </dgm:t>
    </dgm:pt>
    <dgm:pt modelId="{3B404593-27A3-474B-AD50-E550513D8685}" type="parTrans" cxnId="{0CD7314A-DFFF-42DA-BE4D-BB643F9C81D2}">
      <dgm:prSet/>
      <dgm:spPr/>
      <dgm:t>
        <a:bodyPr/>
        <a:lstStyle/>
        <a:p>
          <a:endParaRPr lang="en-US"/>
        </a:p>
      </dgm:t>
    </dgm:pt>
    <dgm:pt modelId="{EAD33C55-B11A-4BE3-B520-171A8FAB275C}" type="sibTrans" cxnId="{0CD7314A-DFFF-42DA-BE4D-BB643F9C81D2}">
      <dgm:prSet/>
      <dgm:spPr/>
      <dgm:t>
        <a:bodyPr/>
        <a:lstStyle/>
        <a:p>
          <a:endParaRPr lang="en-US"/>
        </a:p>
      </dgm:t>
    </dgm:pt>
    <dgm:pt modelId="{911D82A9-551B-4B2B-A4D0-F2C9F49A8B78}">
      <dgm:prSet/>
      <dgm:spPr/>
      <dgm:t>
        <a:bodyPr/>
        <a:lstStyle/>
        <a:p>
          <a:r>
            <a:rPr lang="en-US"/>
            <a:t>92% accuracy in allergen detection</a:t>
          </a:r>
        </a:p>
      </dgm:t>
    </dgm:pt>
    <dgm:pt modelId="{DDC53417-C31B-4AAE-90EE-9354DF73F59C}" type="parTrans" cxnId="{20ED7C04-39B5-4EED-AFC3-B0A193943965}">
      <dgm:prSet/>
      <dgm:spPr/>
      <dgm:t>
        <a:bodyPr/>
        <a:lstStyle/>
        <a:p>
          <a:endParaRPr lang="en-US"/>
        </a:p>
      </dgm:t>
    </dgm:pt>
    <dgm:pt modelId="{C80D9877-56BC-4E9F-84D8-B39DA080B0C2}" type="sibTrans" cxnId="{20ED7C04-39B5-4EED-AFC3-B0A193943965}">
      <dgm:prSet/>
      <dgm:spPr/>
      <dgm:t>
        <a:bodyPr/>
        <a:lstStyle/>
        <a:p>
          <a:endParaRPr lang="en-US"/>
        </a:p>
      </dgm:t>
    </dgm:pt>
    <dgm:pt modelId="{8012195B-3FD7-4E3D-8E56-A9951B946A77}">
      <dgm:prSet/>
      <dgm:spPr/>
      <dgm:t>
        <a:bodyPr/>
        <a:lstStyle/>
        <a:p>
          <a:r>
            <a:rPr lang="en-US" dirty="0"/>
            <a:t>Processes labels in under 5-10 seconds</a:t>
          </a:r>
        </a:p>
      </dgm:t>
    </dgm:pt>
    <dgm:pt modelId="{768151A9-839D-4CFE-A5A8-EF43394156D1}" type="parTrans" cxnId="{5128AE98-2127-4457-8268-28234C360211}">
      <dgm:prSet/>
      <dgm:spPr/>
      <dgm:t>
        <a:bodyPr/>
        <a:lstStyle/>
        <a:p>
          <a:endParaRPr lang="en-US"/>
        </a:p>
      </dgm:t>
    </dgm:pt>
    <dgm:pt modelId="{77CB144C-87EE-4452-A2FC-2DE9CF6F992A}" type="sibTrans" cxnId="{5128AE98-2127-4457-8268-28234C360211}">
      <dgm:prSet/>
      <dgm:spPr/>
      <dgm:t>
        <a:bodyPr/>
        <a:lstStyle/>
        <a:p>
          <a:endParaRPr lang="en-US"/>
        </a:p>
      </dgm:t>
    </dgm:pt>
    <dgm:pt modelId="{BC15C113-FA97-48F6-BCDE-B82EA171FA45}">
      <dgm:prSet/>
      <dgm:spPr/>
      <dgm:t>
        <a:bodyPr/>
        <a:lstStyle/>
        <a:p>
          <a:r>
            <a:rPr lang="en-US"/>
            <a:t>Works with various packaging types:</a:t>
          </a:r>
        </a:p>
      </dgm:t>
    </dgm:pt>
    <dgm:pt modelId="{A3FFDBEF-6FE3-422B-9270-E01945714958}" type="parTrans" cxnId="{1D7A567F-341C-4420-843F-DACE9DEB5559}">
      <dgm:prSet/>
      <dgm:spPr/>
      <dgm:t>
        <a:bodyPr/>
        <a:lstStyle/>
        <a:p>
          <a:endParaRPr lang="en-US"/>
        </a:p>
      </dgm:t>
    </dgm:pt>
    <dgm:pt modelId="{02915971-D951-4130-B36E-CC49CCC9CD98}" type="sibTrans" cxnId="{1D7A567F-341C-4420-843F-DACE9DEB5559}">
      <dgm:prSet/>
      <dgm:spPr/>
      <dgm:t>
        <a:bodyPr/>
        <a:lstStyle/>
        <a:p>
          <a:endParaRPr lang="en-US"/>
        </a:p>
      </dgm:t>
    </dgm:pt>
    <dgm:pt modelId="{455A7BEC-BED0-4544-8131-DE1E59FFD6B3}">
      <dgm:prSet/>
      <dgm:spPr/>
      <dgm:t>
        <a:bodyPr/>
        <a:lstStyle/>
        <a:p>
          <a:r>
            <a:rPr lang="en-US"/>
            <a:t>Boxes, cans, bags</a:t>
          </a:r>
        </a:p>
      </dgm:t>
    </dgm:pt>
    <dgm:pt modelId="{C85F923E-2E47-4618-A2BD-3EEF844DE4A7}" type="parTrans" cxnId="{17E781A6-1D71-4459-9B7E-F7AD817420D5}">
      <dgm:prSet/>
      <dgm:spPr/>
      <dgm:t>
        <a:bodyPr/>
        <a:lstStyle/>
        <a:p>
          <a:endParaRPr lang="en-US"/>
        </a:p>
      </dgm:t>
    </dgm:pt>
    <dgm:pt modelId="{CB74B53D-CADE-4FD0-AA9B-7A76A4555D92}" type="sibTrans" cxnId="{17E781A6-1D71-4459-9B7E-F7AD817420D5}">
      <dgm:prSet/>
      <dgm:spPr/>
      <dgm:t>
        <a:bodyPr/>
        <a:lstStyle/>
        <a:p>
          <a:endParaRPr lang="en-US"/>
        </a:p>
      </dgm:t>
    </dgm:pt>
    <dgm:pt modelId="{C96AF001-64CC-43AC-A622-7B184A610BEF}">
      <dgm:prSet/>
      <dgm:spPr/>
      <dgm:t>
        <a:bodyPr/>
        <a:lstStyle/>
        <a:p>
          <a:r>
            <a:rPr lang="en-US"/>
            <a:t>Different fonts and colors</a:t>
          </a:r>
        </a:p>
      </dgm:t>
    </dgm:pt>
    <dgm:pt modelId="{6CD3613D-7928-4395-B2B7-A94A6B867E33}" type="parTrans" cxnId="{ECD23C52-CF40-4DF6-9BF6-72A778B8A7E3}">
      <dgm:prSet/>
      <dgm:spPr/>
      <dgm:t>
        <a:bodyPr/>
        <a:lstStyle/>
        <a:p>
          <a:endParaRPr lang="en-US"/>
        </a:p>
      </dgm:t>
    </dgm:pt>
    <dgm:pt modelId="{223B537E-ACBA-45A0-9697-237ABFF305E9}" type="sibTrans" cxnId="{ECD23C52-CF40-4DF6-9BF6-72A778B8A7E3}">
      <dgm:prSet/>
      <dgm:spPr/>
      <dgm:t>
        <a:bodyPr/>
        <a:lstStyle/>
        <a:p>
          <a:endParaRPr lang="en-US"/>
        </a:p>
      </dgm:t>
    </dgm:pt>
    <dgm:pt modelId="{3B5E7C25-9C94-4FB7-8A13-685CEE282789}">
      <dgm:prSet/>
      <dgm:spPr/>
      <dgm:t>
        <a:bodyPr/>
        <a:lstStyle/>
        <a:p>
          <a:r>
            <a:rPr lang="en-US"/>
            <a:t>Curved surfaces</a:t>
          </a:r>
        </a:p>
      </dgm:t>
    </dgm:pt>
    <dgm:pt modelId="{EC0DC0C5-5E8A-4AB6-8527-70386DAD7952}" type="parTrans" cxnId="{EEFB23BB-EDDB-47A7-A3FE-DB1DB310C315}">
      <dgm:prSet/>
      <dgm:spPr/>
      <dgm:t>
        <a:bodyPr/>
        <a:lstStyle/>
        <a:p>
          <a:endParaRPr lang="en-US"/>
        </a:p>
      </dgm:t>
    </dgm:pt>
    <dgm:pt modelId="{2F74EF4B-A5F3-43DD-8F3E-E35C5F2733F8}" type="sibTrans" cxnId="{EEFB23BB-EDDB-47A7-A3FE-DB1DB310C315}">
      <dgm:prSet/>
      <dgm:spPr/>
      <dgm:t>
        <a:bodyPr/>
        <a:lstStyle/>
        <a:p>
          <a:endParaRPr lang="en-US"/>
        </a:p>
      </dgm:t>
    </dgm:pt>
    <dgm:pt modelId="{801C1572-749B-4DC8-97E3-DC18A2268F87}" type="pres">
      <dgm:prSet presAssocID="{FFA29E1D-5E66-4B12-A776-5CA77E75684C}" presName="linear" presStyleCnt="0">
        <dgm:presLayoutVars>
          <dgm:dir/>
          <dgm:animLvl val="lvl"/>
          <dgm:resizeHandles val="exact"/>
        </dgm:presLayoutVars>
      </dgm:prSet>
      <dgm:spPr/>
    </dgm:pt>
    <dgm:pt modelId="{E77F6B31-BF0B-4657-B6CA-4DF752A97FB7}" type="pres">
      <dgm:prSet presAssocID="{F8C5283C-3038-43A8-9CB6-B826B7850A3E}" presName="parentLin" presStyleCnt="0"/>
      <dgm:spPr/>
    </dgm:pt>
    <dgm:pt modelId="{47ECA178-6364-44A1-B9D5-D9F3A561A47B}" type="pres">
      <dgm:prSet presAssocID="{F8C5283C-3038-43A8-9CB6-B826B7850A3E}" presName="parentLeftMargin" presStyleLbl="node1" presStyleIdx="0" presStyleCnt="4"/>
      <dgm:spPr/>
    </dgm:pt>
    <dgm:pt modelId="{8C64850B-D706-441B-8C8D-B6AF900FC281}" type="pres">
      <dgm:prSet presAssocID="{F8C5283C-3038-43A8-9CB6-B826B7850A3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6D2DA7-8ED9-4639-A01D-535B55E6639C}" type="pres">
      <dgm:prSet presAssocID="{F8C5283C-3038-43A8-9CB6-B826B7850A3E}" presName="negativeSpace" presStyleCnt="0"/>
      <dgm:spPr/>
    </dgm:pt>
    <dgm:pt modelId="{8EEBECF9-DCBD-4936-AA2C-BA1C763361F8}" type="pres">
      <dgm:prSet presAssocID="{F8C5283C-3038-43A8-9CB6-B826B7850A3E}" presName="childText" presStyleLbl="conFgAcc1" presStyleIdx="0" presStyleCnt="4">
        <dgm:presLayoutVars>
          <dgm:bulletEnabled val="1"/>
        </dgm:presLayoutVars>
      </dgm:prSet>
      <dgm:spPr/>
    </dgm:pt>
    <dgm:pt modelId="{8269A362-B458-4885-B072-4122B8830456}" type="pres">
      <dgm:prSet presAssocID="{EAD33C55-B11A-4BE3-B520-171A8FAB275C}" presName="spaceBetweenRectangles" presStyleCnt="0"/>
      <dgm:spPr/>
    </dgm:pt>
    <dgm:pt modelId="{FED7F4CD-E146-48A6-B87B-CB91ABAB43EF}" type="pres">
      <dgm:prSet presAssocID="{911D82A9-551B-4B2B-A4D0-F2C9F49A8B78}" presName="parentLin" presStyleCnt="0"/>
      <dgm:spPr/>
    </dgm:pt>
    <dgm:pt modelId="{811ADD9D-D1D1-4D4B-A7DE-E97C419EE572}" type="pres">
      <dgm:prSet presAssocID="{911D82A9-551B-4B2B-A4D0-F2C9F49A8B78}" presName="parentLeftMargin" presStyleLbl="node1" presStyleIdx="0" presStyleCnt="4"/>
      <dgm:spPr/>
    </dgm:pt>
    <dgm:pt modelId="{FB62B596-6091-4227-AE2D-68B8A54CCF69}" type="pres">
      <dgm:prSet presAssocID="{911D82A9-551B-4B2B-A4D0-F2C9F49A8B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055161-1203-463B-AEC7-6490027459B4}" type="pres">
      <dgm:prSet presAssocID="{911D82A9-551B-4B2B-A4D0-F2C9F49A8B78}" presName="negativeSpace" presStyleCnt="0"/>
      <dgm:spPr/>
    </dgm:pt>
    <dgm:pt modelId="{E883062E-348A-4462-96B0-71BBE9D03DE7}" type="pres">
      <dgm:prSet presAssocID="{911D82A9-551B-4B2B-A4D0-F2C9F49A8B78}" presName="childText" presStyleLbl="conFgAcc1" presStyleIdx="1" presStyleCnt="4">
        <dgm:presLayoutVars>
          <dgm:bulletEnabled val="1"/>
        </dgm:presLayoutVars>
      </dgm:prSet>
      <dgm:spPr/>
    </dgm:pt>
    <dgm:pt modelId="{51828D47-4866-4CA1-89B4-75AF7373BD3D}" type="pres">
      <dgm:prSet presAssocID="{C80D9877-56BC-4E9F-84D8-B39DA080B0C2}" presName="spaceBetweenRectangles" presStyleCnt="0"/>
      <dgm:spPr/>
    </dgm:pt>
    <dgm:pt modelId="{9DE83043-A7C7-4166-B271-E2BFD7C51B82}" type="pres">
      <dgm:prSet presAssocID="{8012195B-3FD7-4E3D-8E56-A9951B946A77}" presName="parentLin" presStyleCnt="0"/>
      <dgm:spPr/>
    </dgm:pt>
    <dgm:pt modelId="{01C9460E-2FA9-4EED-81CD-80BA50F034DA}" type="pres">
      <dgm:prSet presAssocID="{8012195B-3FD7-4E3D-8E56-A9951B946A77}" presName="parentLeftMargin" presStyleLbl="node1" presStyleIdx="1" presStyleCnt="4"/>
      <dgm:spPr/>
    </dgm:pt>
    <dgm:pt modelId="{3A127248-5CC5-45AA-8612-01CD86BD0B06}" type="pres">
      <dgm:prSet presAssocID="{8012195B-3FD7-4E3D-8E56-A9951B946A7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AE63173-DDAA-4653-A72B-70D74A185F35}" type="pres">
      <dgm:prSet presAssocID="{8012195B-3FD7-4E3D-8E56-A9951B946A77}" presName="negativeSpace" presStyleCnt="0"/>
      <dgm:spPr/>
    </dgm:pt>
    <dgm:pt modelId="{F66E2493-BF5C-4458-BBF1-A89F585716FA}" type="pres">
      <dgm:prSet presAssocID="{8012195B-3FD7-4E3D-8E56-A9951B946A77}" presName="childText" presStyleLbl="conFgAcc1" presStyleIdx="2" presStyleCnt="4">
        <dgm:presLayoutVars>
          <dgm:bulletEnabled val="1"/>
        </dgm:presLayoutVars>
      </dgm:prSet>
      <dgm:spPr/>
    </dgm:pt>
    <dgm:pt modelId="{0AD9B4D5-AF88-4AF3-AFBA-4B4F2292B288}" type="pres">
      <dgm:prSet presAssocID="{77CB144C-87EE-4452-A2FC-2DE9CF6F992A}" presName="spaceBetweenRectangles" presStyleCnt="0"/>
      <dgm:spPr/>
    </dgm:pt>
    <dgm:pt modelId="{4462EFBF-3601-4CA4-A338-79B1D8397F2C}" type="pres">
      <dgm:prSet presAssocID="{BC15C113-FA97-48F6-BCDE-B82EA171FA45}" presName="parentLin" presStyleCnt="0"/>
      <dgm:spPr/>
    </dgm:pt>
    <dgm:pt modelId="{8E267E22-52A0-40FA-9B55-9BAD3B18D21F}" type="pres">
      <dgm:prSet presAssocID="{BC15C113-FA97-48F6-BCDE-B82EA171FA45}" presName="parentLeftMargin" presStyleLbl="node1" presStyleIdx="2" presStyleCnt="4"/>
      <dgm:spPr/>
    </dgm:pt>
    <dgm:pt modelId="{0ED3329A-9E87-4112-9152-97AFFABAD519}" type="pres">
      <dgm:prSet presAssocID="{BC15C113-FA97-48F6-BCDE-B82EA171FA4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C6DD0F0-C611-4531-B64E-DDAEEE2B65E6}" type="pres">
      <dgm:prSet presAssocID="{BC15C113-FA97-48F6-BCDE-B82EA171FA45}" presName="negativeSpace" presStyleCnt="0"/>
      <dgm:spPr/>
    </dgm:pt>
    <dgm:pt modelId="{91402098-E5C4-4776-8E21-CB20DA23080C}" type="pres">
      <dgm:prSet presAssocID="{BC15C113-FA97-48F6-BCDE-B82EA171FA4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0ED7C04-39B5-4EED-AFC3-B0A193943965}" srcId="{FFA29E1D-5E66-4B12-A776-5CA77E75684C}" destId="{911D82A9-551B-4B2B-A4D0-F2C9F49A8B78}" srcOrd="1" destOrd="0" parTransId="{DDC53417-C31B-4AAE-90EE-9354DF73F59C}" sibTransId="{C80D9877-56BC-4E9F-84D8-B39DA080B0C2}"/>
    <dgm:cxn modelId="{08727027-74FD-465D-AF80-844246162B90}" type="presOf" srcId="{911D82A9-551B-4B2B-A4D0-F2C9F49A8B78}" destId="{FB62B596-6091-4227-AE2D-68B8A54CCF69}" srcOrd="1" destOrd="0" presId="urn:microsoft.com/office/officeart/2005/8/layout/list1"/>
    <dgm:cxn modelId="{BFDF8A2E-5D78-404F-ADB2-A63F751A3C82}" type="presOf" srcId="{3B5E7C25-9C94-4FB7-8A13-685CEE282789}" destId="{91402098-E5C4-4776-8E21-CB20DA23080C}" srcOrd="0" destOrd="2" presId="urn:microsoft.com/office/officeart/2005/8/layout/list1"/>
    <dgm:cxn modelId="{C78BC940-510E-493D-BE9D-B9892A1F789C}" type="presOf" srcId="{F8C5283C-3038-43A8-9CB6-B826B7850A3E}" destId="{47ECA178-6364-44A1-B9D5-D9F3A561A47B}" srcOrd="0" destOrd="0" presId="urn:microsoft.com/office/officeart/2005/8/layout/list1"/>
    <dgm:cxn modelId="{C121605C-7A3A-4064-8B57-57C5033D99C5}" type="presOf" srcId="{FFA29E1D-5E66-4B12-A776-5CA77E75684C}" destId="{801C1572-749B-4DC8-97E3-DC18A2268F87}" srcOrd="0" destOrd="0" presId="urn:microsoft.com/office/officeart/2005/8/layout/list1"/>
    <dgm:cxn modelId="{75131D44-8A67-4907-B3A2-2539D0D216D4}" type="presOf" srcId="{8012195B-3FD7-4E3D-8E56-A9951B946A77}" destId="{3A127248-5CC5-45AA-8612-01CD86BD0B06}" srcOrd="1" destOrd="0" presId="urn:microsoft.com/office/officeart/2005/8/layout/list1"/>
    <dgm:cxn modelId="{B9BC7864-F672-44D6-A238-591A26E84CAE}" type="presOf" srcId="{8012195B-3FD7-4E3D-8E56-A9951B946A77}" destId="{01C9460E-2FA9-4EED-81CD-80BA50F034DA}" srcOrd="0" destOrd="0" presId="urn:microsoft.com/office/officeart/2005/8/layout/list1"/>
    <dgm:cxn modelId="{0CD7314A-DFFF-42DA-BE4D-BB643F9C81D2}" srcId="{FFA29E1D-5E66-4B12-A776-5CA77E75684C}" destId="{F8C5283C-3038-43A8-9CB6-B826B7850A3E}" srcOrd="0" destOrd="0" parTransId="{3B404593-27A3-474B-AD50-E550513D8685}" sibTransId="{EAD33C55-B11A-4BE3-B520-171A8FAB275C}"/>
    <dgm:cxn modelId="{ECD23C52-CF40-4DF6-9BF6-72A778B8A7E3}" srcId="{BC15C113-FA97-48F6-BCDE-B82EA171FA45}" destId="{C96AF001-64CC-43AC-A622-7B184A610BEF}" srcOrd="1" destOrd="0" parTransId="{6CD3613D-7928-4395-B2B7-A94A6B867E33}" sibTransId="{223B537E-ACBA-45A0-9697-237ABFF305E9}"/>
    <dgm:cxn modelId="{1D7A567F-341C-4420-843F-DACE9DEB5559}" srcId="{FFA29E1D-5E66-4B12-A776-5CA77E75684C}" destId="{BC15C113-FA97-48F6-BCDE-B82EA171FA45}" srcOrd="3" destOrd="0" parTransId="{A3FFDBEF-6FE3-422B-9270-E01945714958}" sibTransId="{02915971-D951-4130-B36E-CC49CCC9CD98}"/>
    <dgm:cxn modelId="{F60E7A98-05C3-490C-9B48-BA200C2C0DF1}" type="presOf" srcId="{C96AF001-64CC-43AC-A622-7B184A610BEF}" destId="{91402098-E5C4-4776-8E21-CB20DA23080C}" srcOrd="0" destOrd="1" presId="urn:microsoft.com/office/officeart/2005/8/layout/list1"/>
    <dgm:cxn modelId="{5128AE98-2127-4457-8268-28234C360211}" srcId="{FFA29E1D-5E66-4B12-A776-5CA77E75684C}" destId="{8012195B-3FD7-4E3D-8E56-A9951B946A77}" srcOrd="2" destOrd="0" parTransId="{768151A9-839D-4CFE-A5A8-EF43394156D1}" sibTransId="{77CB144C-87EE-4452-A2FC-2DE9CF6F992A}"/>
    <dgm:cxn modelId="{2467D09E-E8EB-407B-A973-6A8BC67DAB09}" type="presOf" srcId="{455A7BEC-BED0-4544-8131-DE1E59FFD6B3}" destId="{91402098-E5C4-4776-8E21-CB20DA23080C}" srcOrd="0" destOrd="0" presId="urn:microsoft.com/office/officeart/2005/8/layout/list1"/>
    <dgm:cxn modelId="{17E781A6-1D71-4459-9B7E-F7AD817420D5}" srcId="{BC15C113-FA97-48F6-BCDE-B82EA171FA45}" destId="{455A7BEC-BED0-4544-8131-DE1E59FFD6B3}" srcOrd="0" destOrd="0" parTransId="{C85F923E-2E47-4618-A2BD-3EEF844DE4A7}" sibTransId="{CB74B53D-CADE-4FD0-AA9B-7A76A4555D92}"/>
    <dgm:cxn modelId="{93ABCDB3-6625-4DEC-92A3-8B2FF1660D10}" type="presOf" srcId="{BC15C113-FA97-48F6-BCDE-B82EA171FA45}" destId="{0ED3329A-9E87-4112-9152-97AFFABAD519}" srcOrd="1" destOrd="0" presId="urn:microsoft.com/office/officeart/2005/8/layout/list1"/>
    <dgm:cxn modelId="{EEFB23BB-EDDB-47A7-A3FE-DB1DB310C315}" srcId="{BC15C113-FA97-48F6-BCDE-B82EA171FA45}" destId="{3B5E7C25-9C94-4FB7-8A13-685CEE282789}" srcOrd="2" destOrd="0" parTransId="{EC0DC0C5-5E8A-4AB6-8527-70386DAD7952}" sibTransId="{2F74EF4B-A5F3-43DD-8F3E-E35C5F2733F8}"/>
    <dgm:cxn modelId="{5D67E3DC-B350-46A8-93C7-D54557A37FEE}" type="presOf" srcId="{F8C5283C-3038-43A8-9CB6-B826B7850A3E}" destId="{8C64850B-D706-441B-8C8D-B6AF900FC281}" srcOrd="1" destOrd="0" presId="urn:microsoft.com/office/officeart/2005/8/layout/list1"/>
    <dgm:cxn modelId="{470927EE-F45A-4DF9-B6F6-28DE9671CDDD}" type="presOf" srcId="{BC15C113-FA97-48F6-BCDE-B82EA171FA45}" destId="{8E267E22-52A0-40FA-9B55-9BAD3B18D21F}" srcOrd="0" destOrd="0" presId="urn:microsoft.com/office/officeart/2005/8/layout/list1"/>
    <dgm:cxn modelId="{6A2E31F2-C025-4FB5-9813-DA1908BEAB9C}" type="presOf" srcId="{911D82A9-551B-4B2B-A4D0-F2C9F49A8B78}" destId="{811ADD9D-D1D1-4D4B-A7DE-E97C419EE572}" srcOrd="0" destOrd="0" presId="urn:microsoft.com/office/officeart/2005/8/layout/list1"/>
    <dgm:cxn modelId="{0B74F302-F3C4-48AE-AA2E-5F0BF3953B38}" type="presParOf" srcId="{801C1572-749B-4DC8-97E3-DC18A2268F87}" destId="{E77F6B31-BF0B-4657-B6CA-4DF752A97FB7}" srcOrd="0" destOrd="0" presId="urn:microsoft.com/office/officeart/2005/8/layout/list1"/>
    <dgm:cxn modelId="{7E528391-7328-45FB-B8EB-96A53FC6AC62}" type="presParOf" srcId="{E77F6B31-BF0B-4657-B6CA-4DF752A97FB7}" destId="{47ECA178-6364-44A1-B9D5-D9F3A561A47B}" srcOrd="0" destOrd="0" presId="urn:microsoft.com/office/officeart/2005/8/layout/list1"/>
    <dgm:cxn modelId="{A9F248B0-32E5-4DB1-8E91-5DC14C90E1B2}" type="presParOf" srcId="{E77F6B31-BF0B-4657-B6CA-4DF752A97FB7}" destId="{8C64850B-D706-441B-8C8D-B6AF900FC281}" srcOrd="1" destOrd="0" presId="urn:microsoft.com/office/officeart/2005/8/layout/list1"/>
    <dgm:cxn modelId="{6B694BBE-6414-4703-B279-CAC373D9975B}" type="presParOf" srcId="{801C1572-749B-4DC8-97E3-DC18A2268F87}" destId="{116D2DA7-8ED9-4639-A01D-535B55E6639C}" srcOrd="1" destOrd="0" presId="urn:microsoft.com/office/officeart/2005/8/layout/list1"/>
    <dgm:cxn modelId="{3FAA2298-2985-45DB-8EB0-C3A03C7D0989}" type="presParOf" srcId="{801C1572-749B-4DC8-97E3-DC18A2268F87}" destId="{8EEBECF9-DCBD-4936-AA2C-BA1C763361F8}" srcOrd="2" destOrd="0" presId="urn:microsoft.com/office/officeart/2005/8/layout/list1"/>
    <dgm:cxn modelId="{AEB27634-2BA7-4042-8397-780DF3930D23}" type="presParOf" srcId="{801C1572-749B-4DC8-97E3-DC18A2268F87}" destId="{8269A362-B458-4885-B072-4122B8830456}" srcOrd="3" destOrd="0" presId="urn:microsoft.com/office/officeart/2005/8/layout/list1"/>
    <dgm:cxn modelId="{FD6B44A5-FD49-49E2-A458-A942F5C6746F}" type="presParOf" srcId="{801C1572-749B-4DC8-97E3-DC18A2268F87}" destId="{FED7F4CD-E146-48A6-B87B-CB91ABAB43EF}" srcOrd="4" destOrd="0" presId="urn:microsoft.com/office/officeart/2005/8/layout/list1"/>
    <dgm:cxn modelId="{338E6FCA-4AF2-4601-BA22-9592349896B6}" type="presParOf" srcId="{FED7F4CD-E146-48A6-B87B-CB91ABAB43EF}" destId="{811ADD9D-D1D1-4D4B-A7DE-E97C419EE572}" srcOrd="0" destOrd="0" presId="urn:microsoft.com/office/officeart/2005/8/layout/list1"/>
    <dgm:cxn modelId="{B806FF97-10BA-4563-8729-E4A8CEB1432F}" type="presParOf" srcId="{FED7F4CD-E146-48A6-B87B-CB91ABAB43EF}" destId="{FB62B596-6091-4227-AE2D-68B8A54CCF69}" srcOrd="1" destOrd="0" presId="urn:microsoft.com/office/officeart/2005/8/layout/list1"/>
    <dgm:cxn modelId="{53885681-F285-4229-8080-39E7F28A706B}" type="presParOf" srcId="{801C1572-749B-4DC8-97E3-DC18A2268F87}" destId="{A4055161-1203-463B-AEC7-6490027459B4}" srcOrd="5" destOrd="0" presId="urn:microsoft.com/office/officeart/2005/8/layout/list1"/>
    <dgm:cxn modelId="{885A6D9D-13C4-4FCE-AB9D-B8F8D0CE9668}" type="presParOf" srcId="{801C1572-749B-4DC8-97E3-DC18A2268F87}" destId="{E883062E-348A-4462-96B0-71BBE9D03DE7}" srcOrd="6" destOrd="0" presId="urn:microsoft.com/office/officeart/2005/8/layout/list1"/>
    <dgm:cxn modelId="{EF3B95B9-7CF2-4DAE-BD1F-298FE242F00F}" type="presParOf" srcId="{801C1572-749B-4DC8-97E3-DC18A2268F87}" destId="{51828D47-4866-4CA1-89B4-75AF7373BD3D}" srcOrd="7" destOrd="0" presId="urn:microsoft.com/office/officeart/2005/8/layout/list1"/>
    <dgm:cxn modelId="{E2A8E50B-06B2-469E-984B-2218196CF899}" type="presParOf" srcId="{801C1572-749B-4DC8-97E3-DC18A2268F87}" destId="{9DE83043-A7C7-4166-B271-E2BFD7C51B82}" srcOrd="8" destOrd="0" presId="urn:microsoft.com/office/officeart/2005/8/layout/list1"/>
    <dgm:cxn modelId="{5BB526AE-239A-48A3-9683-EB1233D6AE81}" type="presParOf" srcId="{9DE83043-A7C7-4166-B271-E2BFD7C51B82}" destId="{01C9460E-2FA9-4EED-81CD-80BA50F034DA}" srcOrd="0" destOrd="0" presId="urn:microsoft.com/office/officeart/2005/8/layout/list1"/>
    <dgm:cxn modelId="{679C0004-F75F-4FDB-A548-A3A6D3F40A6B}" type="presParOf" srcId="{9DE83043-A7C7-4166-B271-E2BFD7C51B82}" destId="{3A127248-5CC5-45AA-8612-01CD86BD0B06}" srcOrd="1" destOrd="0" presId="urn:microsoft.com/office/officeart/2005/8/layout/list1"/>
    <dgm:cxn modelId="{0EB050CE-00F2-4386-B90A-C3588E1F0CE9}" type="presParOf" srcId="{801C1572-749B-4DC8-97E3-DC18A2268F87}" destId="{5AE63173-DDAA-4653-A72B-70D74A185F35}" srcOrd="9" destOrd="0" presId="urn:microsoft.com/office/officeart/2005/8/layout/list1"/>
    <dgm:cxn modelId="{9B620B3B-A19C-44E1-8994-7B6A61B964B0}" type="presParOf" srcId="{801C1572-749B-4DC8-97E3-DC18A2268F87}" destId="{F66E2493-BF5C-4458-BBF1-A89F585716FA}" srcOrd="10" destOrd="0" presId="urn:microsoft.com/office/officeart/2005/8/layout/list1"/>
    <dgm:cxn modelId="{DB754640-449C-4D4D-8558-8CC35152EBEE}" type="presParOf" srcId="{801C1572-749B-4DC8-97E3-DC18A2268F87}" destId="{0AD9B4D5-AF88-4AF3-AFBA-4B4F2292B288}" srcOrd="11" destOrd="0" presId="urn:microsoft.com/office/officeart/2005/8/layout/list1"/>
    <dgm:cxn modelId="{EA9F4F35-CCFF-4B4B-A550-6DB9704F7796}" type="presParOf" srcId="{801C1572-749B-4DC8-97E3-DC18A2268F87}" destId="{4462EFBF-3601-4CA4-A338-79B1D8397F2C}" srcOrd="12" destOrd="0" presId="urn:microsoft.com/office/officeart/2005/8/layout/list1"/>
    <dgm:cxn modelId="{3729CAF0-DBB4-4C1E-8FC4-AF780BEDD738}" type="presParOf" srcId="{4462EFBF-3601-4CA4-A338-79B1D8397F2C}" destId="{8E267E22-52A0-40FA-9B55-9BAD3B18D21F}" srcOrd="0" destOrd="0" presId="urn:microsoft.com/office/officeart/2005/8/layout/list1"/>
    <dgm:cxn modelId="{F9FF5768-2D56-45B6-99ED-5110D602DF53}" type="presParOf" srcId="{4462EFBF-3601-4CA4-A338-79B1D8397F2C}" destId="{0ED3329A-9E87-4112-9152-97AFFABAD519}" srcOrd="1" destOrd="0" presId="urn:microsoft.com/office/officeart/2005/8/layout/list1"/>
    <dgm:cxn modelId="{096DA84D-9ADA-47E8-95C5-7E7BCB30D55B}" type="presParOf" srcId="{801C1572-749B-4DC8-97E3-DC18A2268F87}" destId="{6C6DD0F0-C611-4531-B64E-DDAEEE2B65E6}" srcOrd="13" destOrd="0" presId="urn:microsoft.com/office/officeart/2005/8/layout/list1"/>
    <dgm:cxn modelId="{0ED6A489-C7A6-4D0B-B57B-3A8E4225AE5C}" type="presParOf" srcId="{801C1572-749B-4DC8-97E3-DC18A2268F87}" destId="{91402098-E5C4-4776-8E21-CB20DA23080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3C6F413-013B-472C-8A52-EFADA6C88A2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0F1057-2F05-485B-9A02-D6CF721CC227}">
      <dgm:prSet/>
      <dgm:spPr/>
      <dgm:t>
        <a:bodyPr/>
        <a:lstStyle/>
        <a:p>
          <a:r>
            <a:rPr lang="en-IN" b="1" dirty="0"/>
            <a:t>Simple Setup</a:t>
          </a:r>
          <a:endParaRPr lang="en-US" dirty="0"/>
        </a:p>
      </dgm:t>
    </dgm:pt>
    <dgm:pt modelId="{A6182CB8-02A0-4470-AE8C-8D651AC80A2A}" type="parTrans" cxnId="{8A4E6C4A-48B7-407E-9ADB-FEB9A6227AC7}">
      <dgm:prSet/>
      <dgm:spPr/>
      <dgm:t>
        <a:bodyPr/>
        <a:lstStyle/>
        <a:p>
          <a:endParaRPr lang="en-US"/>
        </a:p>
      </dgm:t>
    </dgm:pt>
    <dgm:pt modelId="{2C9E456D-B26B-4578-B916-D07763CE95F7}" type="sibTrans" cxnId="{8A4E6C4A-48B7-407E-9ADB-FEB9A6227AC7}">
      <dgm:prSet/>
      <dgm:spPr/>
      <dgm:t>
        <a:bodyPr/>
        <a:lstStyle/>
        <a:p>
          <a:endParaRPr lang="en-US"/>
        </a:p>
      </dgm:t>
    </dgm:pt>
    <dgm:pt modelId="{D7718B1D-7995-4C03-8985-A0BF15E37B08}">
      <dgm:prSet/>
      <dgm:spPr/>
      <dgm:t>
        <a:bodyPr/>
        <a:lstStyle/>
        <a:p>
          <a:r>
            <a:rPr lang="en-IN"/>
            <a:t>Select your allergies</a:t>
          </a:r>
          <a:endParaRPr lang="en-US"/>
        </a:p>
      </dgm:t>
    </dgm:pt>
    <dgm:pt modelId="{B34F5AB5-AFC1-4ACD-A3D6-3E6A72B6B7BB}" type="parTrans" cxnId="{F59EFAC5-3BF2-4F14-AA40-8C34FD5EC67E}">
      <dgm:prSet/>
      <dgm:spPr/>
      <dgm:t>
        <a:bodyPr/>
        <a:lstStyle/>
        <a:p>
          <a:endParaRPr lang="en-US"/>
        </a:p>
      </dgm:t>
    </dgm:pt>
    <dgm:pt modelId="{40FC20B2-EFE1-4EC4-BF4C-B6B51C653D70}" type="sibTrans" cxnId="{F59EFAC5-3BF2-4F14-AA40-8C34FD5EC67E}">
      <dgm:prSet/>
      <dgm:spPr/>
      <dgm:t>
        <a:bodyPr/>
        <a:lstStyle/>
        <a:p>
          <a:endParaRPr lang="en-US"/>
        </a:p>
      </dgm:t>
    </dgm:pt>
    <dgm:pt modelId="{2674A548-F9F1-4A5A-ACDB-F7A6CCAF3CD3}">
      <dgm:prSet/>
      <dgm:spPr/>
      <dgm:t>
        <a:bodyPr/>
        <a:lstStyle/>
        <a:p>
          <a:r>
            <a:rPr lang="en-IN"/>
            <a:t>Choose language preference</a:t>
          </a:r>
          <a:endParaRPr lang="en-US"/>
        </a:p>
      </dgm:t>
    </dgm:pt>
    <dgm:pt modelId="{A10C760E-5EB0-4468-A45A-3E496550F690}" type="parTrans" cxnId="{736ABBD8-EB35-45A6-9638-F8B7813EC22B}">
      <dgm:prSet/>
      <dgm:spPr/>
      <dgm:t>
        <a:bodyPr/>
        <a:lstStyle/>
        <a:p>
          <a:endParaRPr lang="en-US"/>
        </a:p>
      </dgm:t>
    </dgm:pt>
    <dgm:pt modelId="{3B364982-C009-4FAC-B4FE-6C9096C50491}" type="sibTrans" cxnId="{736ABBD8-EB35-45A6-9638-F8B7813EC22B}">
      <dgm:prSet/>
      <dgm:spPr/>
      <dgm:t>
        <a:bodyPr/>
        <a:lstStyle/>
        <a:p>
          <a:endParaRPr lang="en-US"/>
        </a:p>
      </dgm:t>
    </dgm:pt>
    <dgm:pt modelId="{A4CB2158-6B47-4B7F-97EE-801C326762D8}">
      <dgm:prSet/>
      <dgm:spPr/>
      <dgm:t>
        <a:bodyPr/>
        <a:lstStyle/>
        <a:p>
          <a:r>
            <a:rPr lang="en-IN"/>
            <a:t>Start scanning</a:t>
          </a:r>
          <a:endParaRPr lang="en-US"/>
        </a:p>
      </dgm:t>
    </dgm:pt>
    <dgm:pt modelId="{C487B847-5B43-47D7-9C84-0B81BD2709A2}" type="parTrans" cxnId="{7C788028-9FD0-41B6-814B-9C2A2CA940F7}">
      <dgm:prSet/>
      <dgm:spPr/>
      <dgm:t>
        <a:bodyPr/>
        <a:lstStyle/>
        <a:p>
          <a:endParaRPr lang="en-US"/>
        </a:p>
      </dgm:t>
    </dgm:pt>
    <dgm:pt modelId="{112F6F1C-F89C-487B-86C0-BDF1C0959801}" type="sibTrans" cxnId="{7C788028-9FD0-41B6-814B-9C2A2CA940F7}">
      <dgm:prSet/>
      <dgm:spPr/>
      <dgm:t>
        <a:bodyPr/>
        <a:lstStyle/>
        <a:p>
          <a:endParaRPr lang="en-US"/>
        </a:p>
      </dgm:t>
    </dgm:pt>
    <dgm:pt modelId="{40BBEEFB-A140-496A-90C4-3FADBB2E41C6}">
      <dgm:prSet/>
      <dgm:spPr/>
      <dgm:t>
        <a:bodyPr/>
        <a:lstStyle/>
        <a:p>
          <a:r>
            <a:rPr lang="en-IN" b="1" dirty="0"/>
            <a:t>Clear Feedback</a:t>
          </a:r>
          <a:endParaRPr lang="en-US" dirty="0"/>
        </a:p>
      </dgm:t>
    </dgm:pt>
    <dgm:pt modelId="{DBD3F115-F025-47E1-8F0B-E4F88DFCEFE4}" type="parTrans" cxnId="{FB7948F2-A527-44DA-98D7-880FF762B9BB}">
      <dgm:prSet/>
      <dgm:spPr/>
      <dgm:t>
        <a:bodyPr/>
        <a:lstStyle/>
        <a:p>
          <a:endParaRPr lang="en-US"/>
        </a:p>
      </dgm:t>
    </dgm:pt>
    <dgm:pt modelId="{AA36B825-447F-48AC-8854-0CB81C45956F}" type="sibTrans" cxnId="{FB7948F2-A527-44DA-98D7-880FF762B9BB}">
      <dgm:prSet/>
      <dgm:spPr/>
      <dgm:t>
        <a:bodyPr/>
        <a:lstStyle/>
        <a:p>
          <a:endParaRPr lang="en-US"/>
        </a:p>
      </dgm:t>
    </dgm:pt>
    <dgm:pt modelId="{BE02FA45-F415-498A-800D-A27D02F75FB6}">
      <dgm:prSet/>
      <dgm:spPr/>
      <dgm:t>
        <a:bodyPr/>
        <a:lstStyle/>
        <a:p>
          <a:r>
            <a:rPr lang="en-IN"/>
            <a:t>Green: Safe</a:t>
          </a:r>
          <a:endParaRPr lang="en-US"/>
        </a:p>
      </dgm:t>
    </dgm:pt>
    <dgm:pt modelId="{5FE282C1-701D-42E9-823F-60A28D306AD5}" type="parTrans" cxnId="{36E89439-F867-4F04-90B7-6A9527EF1282}">
      <dgm:prSet/>
      <dgm:spPr/>
      <dgm:t>
        <a:bodyPr/>
        <a:lstStyle/>
        <a:p>
          <a:endParaRPr lang="en-US"/>
        </a:p>
      </dgm:t>
    </dgm:pt>
    <dgm:pt modelId="{51483C50-9046-4877-8643-EEDE4F3497BB}" type="sibTrans" cxnId="{36E89439-F867-4F04-90B7-6A9527EF1282}">
      <dgm:prSet/>
      <dgm:spPr/>
      <dgm:t>
        <a:bodyPr/>
        <a:lstStyle/>
        <a:p>
          <a:endParaRPr lang="en-US"/>
        </a:p>
      </dgm:t>
    </dgm:pt>
    <dgm:pt modelId="{E1EFBCF2-E4FC-4B9F-9840-29A958CD7A6C}">
      <dgm:prSet/>
      <dgm:spPr/>
      <dgm:t>
        <a:bodyPr/>
        <a:lstStyle/>
        <a:p>
          <a:r>
            <a:rPr lang="en-IN"/>
            <a:t>Yellow: May contain</a:t>
          </a:r>
          <a:endParaRPr lang="en-US"/>
        </a:p>
      </dgm:t>
    </dgm:pt>
    <dgm:pt modelId="{E689E6F5-69AF-45BF-B902-BA4F29D1770B}" type="parTrans" cxnId="{F24343D3-164D-448E-B4B5-579D60864A9F}">
      <dgm:prSet/>
      <dgm:spPr/>
      <dgm:t>
        <a:bodyPr/>
        <a:lstStyle/>
        <a:p>
          <a:endParaRPr lang="en-US"/>
        </a:p>
      </dgm:t>
    </dgm:pt>
    <dgm:pt modelId="{2157B058-2D53-47B5-BB66-04276A236E6A}" type="sibTrans" cxnId="{F24343D3-164D-448E-B4B5-579D60864A9F}">
      <dgm:prSet/>
      <dgm:spPr/>
      <dgm:t>
        <a:bodyPr/>
        <a:lstStyle/>
        <a:p>
          <a:endParaRPr lang="en-US"/>
        </a:p>
      </dgm:t>
    </dgm:pt>
    <dgm:pt modelId="{A1341A13-58DB-46DE-92A5-2CA4356718F3}">
      <dgm:prSet/>
      <dgm:spPr/>
      <dgm:t>
        <a:bodyPr/>
        <a:lstStyle/>
        <a:p>
          <a:r>
            <a:rPr lang="en-IN"/>
            <a:t>Red: Contains allergens</a:t>
          </a:r>
          <a:endParaRPr lang="en-US"/>
        </a:p>
      </dgm:t>
    </dgm:pt>
    <dgm:pt modelId="{405B4C95-B17A-499D-ACF3-3EEA39CC01FE}" type="parTrans" cxnId="{B0E95310-AA04-4123-8D3D-95C3C46F6DE3}">
      <dgm:prSet/>
      <dgm:spPr/>
      <dgm:t>
        <a:bodyPr/>
        <a:lstStyle/>
        <a:p>
          <a:endParaRPr lang="en-US"/>
        </a:p>
      </dgm:t>
    </dgm:pt>
    <dgm:pt modelId="{0918D463-6937-44E7-BFD8-A4E34FF37B7F}" type="sibTrans" cxnId="{B0E95310-AA04-4123-8D3D-95C3C46F6DE3}">
      <dgm:prSet/>
      <dgm:spPr/>
      <dgm:t>
        <a:bodyPr/>
        <a:lstStyle/>
        <a:p>
          <a:endParaRPr lang="en-US"/>
        </a:p>
      </dgm:t>
    </dgm:pt>
    <dgm:pt modelId="{51898642-C9D8-491F-ADA9-57CCE25B3E3E}">
      <dgm:prSet/>
      <dgm:spPr/>
      <dgm:t>
        <a:bodyPr/>
        <a:lstStyle/>
        <a:p>
          <a:r>
            <a:rPr lang="en-IN" b="1" dirty="0"/>
            <a:t>Accessible Design</a:t>
          </a:r>
          <a:endParaRPr lang="en-US" dirty="0"/>
        </a:p>
      </dgm:t>
    </dgm:pt>
    <dgm:pt modelId="{3A02E22B-142A-4165-A613-2701B49E8390}" type="parTrans" cxnId="{6CCA99D4-8BC6-4DC1-A343-1ADCA1AB85AB}">
      <dgm:prSet/>
      <dgm:spPr/>
      <dgm:t>
        <a:bodyPr/>
        <a:lstStyle/>
        <a:p>
          <a:endParaRPr lang="en-US"/>
        </a:p>
      </dgm:t>
    </dgm:pt>
    <dgm:pt modelId="{3EDD757C-944B-4448-8DB9-DACEEDAE0844}" type="sibTrans" cxnId="{6CCA99D4-8BC6-4DC1-A343-1ADCA1AB85AB}">
      <dgm:prSet/>
      <dgm:spPr/>
      <dgm:t>
        <a:bodyPr/>
        <a:lstStyle/>
        <a:p>
          <a:endParaRPr lang="en-US"/>
        </a:p>
      </dgm:t>
    </dgm:pt>
    <dgm:pt modelId="{79235DA0-A15A-4978-B472-818008241B52}">
      <dgm:prSet/>
      <dgm:spPr/>
      <dgm:t>
        <a:bodyPr/>
        <a:lstStyle/>
        <a:p>
          <a:r>
            <a:rPr lang="en-IN"/>
            <a:t>High contrast</a:t>
          </a:r>
          <a:endParaRPr lang="en-US"/>
        </a:p>
      </dgm:t>
    </dgm:pt>
    <dgm:pt modelId="{0AA844D1-703F-4A92-BEA1-35D9B8867498}" type="parTrans" cxnId="{7A32CD60-3A9D-4984-AD81-76CEDF1F3C10}">
      <dgm:prSet/>
      <dgm:spPr/>
      <dgm:t>
        <a:bodyPr/>
        <a:lstStyle/>
        <a:p>
          <a:endParaRPr lang="en-US"/>
        </a:p>
      </dgm:t>
    </dgm:pt>
    <dgm:pt modelId="{65430471-1619-42B1-9482-7F404783373B}" type="sibTrans" cxnId="{7A32CD60-3A9D-4984-AD81-76CEDF1F3C10}">
      <dgm:prSet/>
      <dgm:spPr/>
      <dgm:t>
        <a:bodyPr/>
        <a:lstStyle/>
        <a:p>
          <a:endParaRPr lang="en-US"/>
        </a:p>
      </dgm:t>
    </dgm:pt>
    <dgm:pt modelId="{D950B693-927C-4F01-ABE8-1C4711211A54}">
      <dgm:prSet/>
      <dgm:spPr/>
      <dgm:t>
        <a:bodyPr/>
        <a:lstStyle/>
        <a:p>
          <a:r>
            <a:rPr lang="en-IN"/>
            <a:t>Large text options</a:t>
          </a:r>
          <a:endParaRPr lang="en-US"/>
        </a:p>
      </dgm:t>
    </dgm:pt>
    <dgm:pt modelId="{024F17C5-5F40-47EE-85A5-9E3154767856}" type="parTrans" cxnId="{68293CE8-7910-4A1B-9CBE-48CEE8ADD0DB}">
      <dgm:prSet/>
      <dgm:spPr/>
      <dgm:t>
        <a:bodyPr/>
        <a:lstStyle/>
        <a:p>
          <a:endParaRPr lang="en-US"/>
        </a:p>
      </dgm:t>
    </dgm:pt>
    <dgm:pt modelId="{646B5B92-9340-4D1B-A965-521A577C48D1}" type="sibTrans" cxnId="{68293CE8-7910-4A1B-9CBE-48CEE8ADD0DB}">
      <dgm:prSet/>
      <dgm:spPr/>
      <dgm:t>
        <a:bodyPr/>
        <a:lstStyle/>
        <a:p>
          <a:endParaRPr lang="en-US"/>
        </a:p>
      </dgm:t>
    </dgm:pt>
    <dgm:pt modelId="{404EC3EC-5ABA-446B-88F3-AA66670305CB}">
      <dgm:prSet/>
      <dgm:spPr/>
      <dgm:t>
        <a:bodyPr/>
        <a:lstStyle/>
        <a:p>
          <a:r>
            <a:rPr lang="en-IN"/>
            <a:t>Haptic feedback</a:t>
          </a:r>
          <a:endParaRPr lang="en-US"/>
        </a:p>
      </dgm:t>
    </dgm:pt>
    <dgm:pt modelId="{746C64B9-8209-4726-B900-8049240405B2}" type="parTrans" cxnId="{DB87D2A2-5A5A-44E5-9ED1-568980246D68}">
      <dgm:prSet/>
      <dgm:spPr/>
      <dgm:t>
        <a:bodyPr/>
        <a:lstStyle/>
        <a:p>
          <a:endParaRPr lang="en-US"/>
        </a:p>
      </dgm:t>
    </dgm:pt>
    <dgm:pt modelId="{7CC57241-70DC-40B7-BCB2-FE64B5F4C275}" type="sibTrans" cxnId="{DB87D2A2-5A5A-44E5-9ED1-568980246D68}">
      <dgm:prSet/>
      <dgm:spPr/>
      <dgm:t>
        <a:bodyPr/>
        <a:lstStyle/>
        <a:p>
          <a:endParaRPr lang="en-US"/>
        </a:p>
      </dgm:t>
    </dgm:pt>
    <dgm:pt modelId="{3274E1C2-7E71-4246-BA6D-2B07D77CB4AA}" type="pres">
      <dgm:prSet presAssocID="{63C6F413-013B-472C-8A52-EFADA6C88A26}" presName="Name0" presStyleCnt="0">
        <dgm:presLayoutVars>
          <dgm:dir/>
          <dgm:animLvl val="lvl"/>
          <dgm:resizeHandles val="exact"/>
        </dgm:presLayoutVars>
      </dgm:prSet>
      <dgm:spPr/>
    </dgm:pt>
    <dgm:pt modelId="{D8AB82E2-D2CC-4877-8B37-3E16B12662AE}" type="pres">
      <dgm:prSet presAssocID="{F60F1057-2F05-485B-9A02-D6CF721CC227}" presName="linNode" presStyleCnt="0"/>
      <dgm:spPr/>
    </dgm:pt>
    <dgm:pt modelId="{A6E07896-536A-4EE7-84F8-278A262D12E0}" type="pres">
      <dgm:prSet presAssocID="{F60F1057-2F05-485B-9A02-D6CF721CC22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D7811BB-3264-4889-B93E-957E6F3CD610}" type="pres">
      <dgm:prSet presAssocID="{F60F1057-2F05-485B-9A02-D6CF721CC227}" presName="descendantText" presStyleLbl="alignAccFollowNode1" presStyleIdx="0" presStyleCnt="3">
        <dgm:presLayoutVars>
          <dgm:bulletEnabled val="1"/>
        </dgm:presLayoutVars>
      </dgm:prSet>
      <dgm:spPr/>
    </dgm:pt>
    <dgm:pt modelId="{D029D12E-A6D1-4A26-ACB1-39BC1046FE67}" type="pres">
      <dgm:prSet presAssocID="{2C9E456D-B26B-4578-B916-D07763CE95F7}" presName="sp" presStyleCnt="0"/>
      <dgm:spPr/>
    </dgm:pt>
    <dgm:pt modelId="{C406CAE8-5148-4C92-899A-60113DB5CC75}" type="pres">
      <dgm:prSet presAssocID="{40BBEEFB-A140-496A-90C4-3FADBB2E41C6}" presName="linNode" presStyleCnt="0"/>
      <dgm:spPr/>
    </dgm:pt>
    <dgm:pt modelId="{B0487DB7-AFF0-43AD-965C-F4978FE20B68}" type="pres">
      <dgm:prSet presAssocID="{40BBEEFB-A140-496A-90C4-3FADBB2E41C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BC086A1-63F1-4D0C-9D7D-0F357915AA38}" type="pres">
      <dgm:prSet presAssocID="{40BBEEFB-A140-496A-90C4-3FADBB2E41C6}" presName="descendantText" presStyleLbl="alignAccFollowNode1" presStyleIdx="1" presStyleCnt="3">
        <dgm:presLayoutVars>
          <dgm:bulletEnabled val="1"/>
        </dgm:presLayoutVars>
      </dgm:prSet>
      <dgm:spPr/>
    </dgm:pt>
    <dgm:pt modelId="{277D344D-8DAF-42D2-9178-D585395A3EAF}" type="pres">
      <dgm:prSet presAssocID="{AA36B825-447F-48AC-8854-0CB81C45956F}" presName="sp" presStyleCnt="0"/>
      <dgm:spPr/>
    </dgm:pt>
    <dgm:pt modelId="{BC69BFC6-07E0-4A31-BBAD-4E3A6D813492}" type="pres">
      <dgm:prSet presAssocID="{51898642-C9D8-491F-ADA9-57CCE25B3E3E}" presName="linNode" presStyleCnt="0"/>
      <dgm:spPr/>
    </dgm:pt>
    <dgm:pt modelId="{1653FB6C-AF3E-48B6-875E-01347D387378}" type="pres">
      <dgm:prSet presAssocID="{51898642-C9D8-491F-ADA9-57CCE25B3E3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80301808-B13B-4E8C-8DD8-76B5E4E58172}" type="pres">
      <dgm:prSet presAssocID="{51898642-C9D8-491F-ADA9-57CCE25B3E3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B0E95310-AA04-4123-8D3D-95C3C46F6DE3}" srcId="{40BBEEFB-A140-496A-90C4-3FADBB2E41C6}" destId="{A1341A13-58DB-46DE-92A5-2CA4356718F3}" srcOrd="2" destOrd="0" parTransId="{405B4C95-B17A-499D-ACF3-3EEA39CC01FE}" sibTransId="{0918D463-6937-44E7-BFD8-A4E34FF37B7F}"/>
    <dgm:cxn modelId="{7C788028-9FD0-41B6-814B-9C2A2CA940F7}" srcId="{F60F1057-2F05-485B-9A02-D6CF721CC227}" destId="{A4CB2158-6B47-4B7F-97EE-801C326762D8}" srcOrd="2" destOrd="0" parTransId="{C487B847-5B43-47D7-9C84-0B81BD2709A2}" sibTransId="{112F6F1C-F89C-487B-86C0-BDF1C0959801}"/>
    <dgm:cxn modelId="{A8CC3236-7AF4-48D5-822D-1AF6F3271FAA}" type="presOf" srcId="{2674A548-F9F1-4A5A-ACDB-F7A6CCAF3CD3}" destId="{4D7811BB-3264-4889-B93E-957E6F3CD610}" srcOrd="0" destOrd="1" presId="urn:microsoft.com/office/officeart/2005/8/layout/vList5"/>
    <dgm:cxn modelId="{36E89439-F867-4F04-90B7-6A9527EF1282}" srcId="{40BBEEFB-A140-496A-90C4-3FADBB2E41C6}" destId="{BE02FA45-F415-498A-800D-A27D02F75FB6}" srcOrd="0" destOrd="0" parTransId="{5FE282C1-701D-42E9-823F-60A28D306AD5}" sibTransId="{51483C50-9046-4877-8643-EEDE4F3497BB}"/>
    <dgm:cxn modelId="{7A32CD60-3A9D-4984-AD81-76CEDF1F3C10}" srcId="{51898642-C9D8-491F-ADA9-57CCE25B3E3E}" destId="{79235DA0-A15A-4978-B472-818008241B52}" srcOrd="0" destOrd="0" parTransId="{0AA844D1-703F-4A92-BEA1-35D9B8867498}" sibTransId="{65430471-1619-42B1-9482-7F404783373B}"/>
    <dgm:cxn modelId="{7FF8EB41-7579-4D9C-B110-E8142D1BFFBB}" type="presOf" srcId="{40BBEEFB-A140-496A-90C4-3FADBB2E41C6}" destId="{B0487DB7-AFF0-43AD-965C-F4978FE20B68}" srcOrd="0" destOrd="0" presId="urn:microsoft.com/office/officeart/2005/8/layout/vList5"/>
    <dgm:cxn modelId="{8A4E6C4A-48B7-407E-9ADB-FEB9A6227AC7}" srcId="{63C6F413-013B-472C-8A52-EFADA6C88A26}" destId="{F60F1057-2F05-485B-9A02-D6CF721CC227}" srcOrd="0" destOrd="0" parTransId="{A6182CB8-02A0-4470-AE8C-8D651AC80A2A}" sibTransId="{2C9E456D-B26B-4578-B916-D07763CE95F7}"/>
    <dgm:cxn modelId="{718FB670-5DE0-443D-B641-37C80CAC2BB5}" type="presOf" srcId="{BE02FA45-F415-498A-800D-A27D02F75FB6}" destId="{4BC086A1-63F1-4D0C-9D7D-0F357915AA38}" srcOrd="0" destOrd="0" presId="urn:microsoft.com/office/officeart/2005/8/layout/vList5"/>
    <dgm:cxn modelId="{8A104252-EFD6-4FDF-973E-3C3F4717C773}" type="presOf" srcId="{E1EFBCF2-E4FC-4B9F-9840-29A958CD7A6C}" destId="{4BC086A1-63F1-4D0C-9D7D-0F357915AA38}" srcOrd="0" destOrd="1" presId="urn:microsoft.com/office/officeart/2005/8/layout/vList5"/>
    <dgm:cxn modelId="{112BF057-3536-49FF-B78D-5CC7EC084E09}" type="presOf" srcId="{A4CB2158-6B47-4B7F-97EE-801C326762D8}" destId="{4D7811BB-3264-4889-B93E-957E6F3CD610}" srcOrd="0" destOrd="2" presId="urn:microsoft.com/office/officeart/2005/8/layout/vList5"/>
    <dgm:cxn modelId="{E89B6885-D28F-4577-8314-4F2ADCC2A4E8}" type="presOf" srcId="{63C6F413-013B-472C-8A52-EFADA6C88A26}" destId="{3274E1C2-7E71-4246-BA6D-2B07D77CB4AA}" srcOrd="0" destOrd="0" presId="urn:microsoft.com/office/officeart/2005/8/layout/vList5"/>
    <dgm:cxn modelId="{FE9FBE85-4050-44AF-BFCB-18BDA8D289DA}" type="presOf" srcId="{51898642-C9D8-491F-ADA9-57CCE25B3E3E}" destId="{1653FB6C-AF3E-48B6-875E-01347D387378}" srcOrd="0" destOrd="0" presId="urn:microsoft.com/office/officeart/2005/8/layout/vList5"/>
    <dgm:cxn modelId="{CD1DDC9B-D47E-464F-96FE-04B97304A92C}" type="presOf" srcId="{A1341A13-58DB-46DE-92A5-2CA4356718F3}" destId="{4BC086A1-63F1-4D0C-9D7D-0F357915AA38}" srcOrd="0" destOrd="2" presId="urn:microsoft.com/office/officeart/2005/8/layout/vList5"/>
    <dgm:cxn modelId="{DB87D2A2-5A5A-44E5-9ED1-568980246D68}" srcId="{51898642-C9D8-491F-ADA9-57CCE25B3E3E}" destId="{404EC3EC-5ABA-446B-88F3-AA66670305CB}" srcOrd="2" destOrd="0" parTransId="{746C64B9-8209-4726-B900-8049240405B2}" sibTransId="{7CC57241-70DC-40B7-BCB2-FE64B5F4C275}"/>
    <dgm:cxn modelId="{261BC3A8-8D99-410D-B5FC-E82AA029BFB6}" type="presOf" srcId="{D7718B1D-7995-4C03-8985-A0BF15E37B08}" destId="{4D7811BB-3264-4889-B93E-957E6F3CD610}" srcOrd="0" destOrd="0" presId="urn:microsoft.com/office/officeart/2005/8/layout/vList5"/>
    <dgm:cxn modelId="{73FA26AF-AC76-44B3-89B8-5CDC0D3EF89A}" type="presOf" srcId="{D950B693-927C-4F01-ABE8-1C4711211A54}" destId="{80301808-B13B-4E8C-8DD8-76B5E4E58172}" srcOrd="0" destOrd="1" presId="urn:microsoft.com/office/officeart/2005/8/layout/vList5"/>
    <dgm:cxn modelId="{F59EFAC5-3BF2-4F14-AA40-8C34FD5EC67E}" srcId="{F60F1057-2F05-485B-9A02-D6CF721CC227}" destId="{D7718B1D-7995-4C03-8985-A0BF15E37B08}" srcOrd="0" destOrd="0" parTransId="{B34F5AB5-AFC1-4ACD-A3D6-3E6A72B6B7BB}" sibTransId="{40FC20B2-EFE1-4EC4-BF4C-B6B51C653D70}"/>
    <dgm:cxn modelId="{F24343D3-164D-448E-B4B5-579D60864A9F}" srcId="{40BBEEFB-A140-496A-90C4-3FADBB2E41C6}" destId="{E1EFBCF2-E4FC-4B9F-9840-29A958CD7A6C}" srcOrd="1" destOrd="0" parTransId="{E689E6F5-69AF-45BF-B902-BA4F29D1770B}" sibTransId="{2157B058-2D53-47B5-BB66-04276A236E6A}"/>
    <dgm:cxn modelId="{6CCA99D4-8BC6-4DC1-A343-1ADCA1AB85AB}" srcId="{63C6F413-013B-472C-8A52-EFADA6C88A26}" destId="{51898642-C9D8-491F-ADA9-57CCE25B3E3E}" srcOrd="2" destOrd="0" parTransId="{3A02E22B-142A-4165-A613-2701B49E8390}" sibTransId="{3EDD757C-944B-4448-8DB9-DACEEDAE0844}"/>
    <dgm:cxn modelId="{736ABBD8-EB35-45A6-9638-F8B7813EC22B}" srcId="{F60F1057-2F05-485B-9A02-D6CF721CC227}" destId="{2674A548-F9F1-4A5A-ACDB-F7A6CCAF3CD3}" srcOrd="1" destOrd="0" parTransId="{A10C760E-5EB0-4468-A45A-3E496550F690}" sibTransId="{3B364982-C009-4FAC-B4FE-6C9096C50491}"/>
    <dgm:cxn modelId="{68293CE8-7910-4A1B-9CBE-48CEE8ADD0DB}" srcId="{51898642-C9D8-491F-ADA9-57CCE25B3E3E}" destId="{D950B693-927C-4F01-ABE8-1C4711211A54}" srcOrd="1" destOrd="0" parTransId="{024F17C5-5F40-47EE-85A5-9E3154767856}" sibTransId="{646B5B92-9340-4D1B-A965-521A577C48D1}"/>
    <dgm:cxn modelId="{9D1AC1E8-F888-4855-9FA2-A417CF5F2BCF}" type="presOf" srcId="{404EC3EC-5ABA-446B-88F3-AA66670305CB}" destId="{80301808-B13B-4E8C-8DD8-76B5E4E58172}" srcOrd="0" destOrd="2" presId="urn:microsoft.com/office/officeart/2005/8/layout/vList5"/>
    <dgm:cxn modelId="{84C031F1-A05F-4BC2-AA52-E431651F047A}" type="presOf" srcId="{F60F1057-2F05-485B-9A02-D6CF721CC227}" destId="{A6E07896-536A-4EE7-84F8-278A262D12E0}" srcOrd="0" destOrd="0" presId="urn:microsoft.com/office/officeart/2005/8/layout/vList5"/>
    <dgm:cxn modelId="{185AF5F1-80A3-419F-8D01-510B8F6B8255}" type="presOf" srcId="{79235DA0-A15A-4978-B472-818008241B52}" destId="{80301808-B13B-4E8C-8DD8-76B5E4E58172}" srcOrd="0" destOrd="0" presId="urn:microsoft.com/office/officeart/2005/8/layout/vList5"/>
    <dgm:cxn modelId="{FB7948F2-A527-44DA-98D7-880FF762B9BB}" srcId="{63C6F413-013B-472C-8A52-EFADA6C88A26}" destId="{40BBEEFB-A140-496A-90C4-3FADBB2E41C6}" srcOrd="1" destOrd="0" parTransId="{DBD3F115-F025-47E1-8F0B-E4F88DFCEFE4}" sibTransId="{AA36B825-447F-48AC-8854-0CB81C45956F}"/>
    <dgm:cxn modelId="{18AD90EA-5906-40C6-9D31-B3F943DDB905}" type="presParOf" srcId="{3274E1C2-7E71-4246-BA6D-2B07D77CB4AA}" destId="{D8AB82E2-D2CC-4877-8B37-3E16B12662AE}" srcOrd="0" destOrd="0" presId="urn:microsoft.com/office/officeart/2005/8/layout/vList5"/>
    <dgm:cxn modelId="{61061F40-8552-4E8B-9334-AAF2039AD502}" type="presParOf" srcId="{D8AB82E2-D2CC-4877-8B37-3E16B12662AE}" destId="{A6E07896-536A-4EE7-84F8-278A262D12E0}" srcOrd="0" destOrd="0" presId="urn:microsoft.com/office/officeart/2005/8/layout/vList5"/>
    <dgm:cxn modelId="{1FBBE374-3930-4424-8D49-79E0753AACD3}" type="presParOf" srcId="{D8AB82E2-D2CC-4877-8B37-3E16B12662AE}" destId="{4D7811BB-3264-4889-B93E-957E6F3CD610}" srcOrd="1" destOrd="0" presId="urn:microsoft.com/office/officeart/2005/8/layout/vList5"/>
    <dgm:cxn modelId="{DD68D1A3-9082-4945-B1E1-E17958786315}" type="presParOf" srcId="{3274E1C2-7E71-4246-BA6D-2B07D77CB4AA}" destId="{D029D12E-A6D1-4A26-ACB1-39BC1046FE67}" srcOrd="1" destOrd="0" presId="urn:microsoft.com/office/officeart/2005/8/layout/vList5"/>
    <dgm:cxn modelId="{4CD01BF1-AC63-4ECC-8C00-06502854170D}" type="presParOf" srcId="{3274E1C2-7E71-4246-BA6D-2B07D77CB4AA}" destId="{C406CAE8-5148-4C92-899A-60113DB5CC75}" srcOrd="2" destOrd="0" presId="urn:microsoft.com/office/officeart/2005/8/layout/vList5"/>
    <dgm:cxn modelId="{80AC3F2E-E45A-47A1-A9B3-B205650EAC8B}" type="presParOf" srcId="{C406CAE8-5148-4C92-899A-60113DB5CC75}" destId="{B0487DB7-AFF0-43AD-965C-F4978FE20B68}" srcOrd="0" destOrd="0" presId="urn:microsoft.com/office/officeart/2005/8/layout/vList5"/>
    <dgm:cxn modelId="{C4D889BD-E64E-488D-BDE8-5F0A148FC86B}" type="presParOf" srcId="{C406CAE8-5148-4C92-899A-60113DB5CC75}" destId="{4BC086A1-63F1-4D0C-9D7D-0F357915AA38}" srcOrd="1" destOrd="0" presId="urn:microsoft.com/office/officeart/2005/8/layout/vList5"/>
    <dgm:cxn modelId="{727E5B69-F3DC-4790-865C-E603BC1A5683}" type="presParOf" srcId="{3274E1C2-7E71-4246-BA6D-2B07D77CB4AA}" destId="{277D344D-8DAF-42D2-9178-D585395A3EAF}" srcOrd="3" destOrd="0" presId="urn:microsoft.com/office/officeart/2005/8/layout/vList5"/>
    <dgm:cxn modelId="{52EA071E-FF7F-44BE-AA9A-F4A8A58617AC}" type="presParOf" srcId="{3274E1C2-7E71-4246-BA6D-2B07D77CB4AA}" destId="{BC69BFC6-07E0-4A31-BBAD-4E3A6D813492}" srcOrd="4" destOrd="0" presId="urn:microsoft.com/office/officeart/2005/8/layout/vList5"/>
    <dgm:cxn modelId="{86AD6338-000E-4989-B373-D90843BC3E72}" type="presParOf" srcId="{BC69BFC6-07E0-4A31-BBAD-4E3A6D813492}" destId="{1653FB6C-AF3E-48B6-875E-01347D387378}" srcOrd="0" destOrd="0" presId="urn:microsoft.com/office/officeart/2005/8/layout/vList5"/>
    <dgm:cxn modelId="{C3891F61-BC3D-46F0-AEEF-C7050C3FCBD6}" type="presParOf" srcId="{BC69BFC6-07E0-4A31-BBAD-4E3A6D813492}" destId="{80301808-B13B-4E8C-8DD8-76B5E4E5817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1B26F10-F52B-4AF3-A7A1-34D2527A00DE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A17383-D0E2-43D3-BAB6-8CBEB4B65E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For Users</a:t>
          </a:r>
          <a:endParaRPr lang="en-US" dirty="0"/>
        </a:p>
      </dgm:t>
    </dgm:pt>
    <dgm:pt modelId="{30F7C258-3BDB-46F4-BDE7-BA39AFCA6062}" type="parTrans" cxnId="{A8E16D04-3BC7-4937-9FAD-7B91C786017D}">
      <dgm:prSet/>
      <dgm:spPr/>
      <dgm:t>
        <a:bodyPr/>
        <a:lstStyle/>
        <a:p>
          <a:endParaRPr lang="en-US"/>
        </a:p>
      </dgm:t>
    </dgm:pt>
    <dgm:pt modelId="{88D9E3D1-BF90-4BC7-89B0-896A3F95B0F7}" type="sibTrans" cxnId="{A8E16D04-3BC7-4937-9FAD-7B91C786017D}">
      <dgm:prSet/>
      <dgm:spPr/>
      <dgm:t>
        <a:bodyPr/>
        <a:lstStyle/>
        <a:p>
          <a:endParaRPr lang="en-US"/>
        </a:p>
      </dgm:t>
    </dgm:pt>
    <dgm:pt modelId="{C076B6B6-9249-4718-B0B9-5729CB5B62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Peace of mind</a:t>
          </a:r>
        </a:p>
      </dgm:t>
    </dgm:pt>
    <dgm:pt modelId="{F1752B3A-058B-4F9E-939C-294B5D4B54B6}" type="parTrans" cxnId="{93FFC4E2-4531-4892-94F0-42C6AD47948E}">
      <dgm:prSet/>
      <dgm:spPr/>
      <dgm:t>
        <a:bodyPr/>
        <a:lstStyle/>
        <a:p>
          <a:endParaRPr lang="en-US"/>
        </a:p>
      </dgm:t>
    </dgm:pt>
    <dgm:pt modelId="{714DA908-ADF7-4398-AA74-4A69FD547DE3}" type="sibTrans" cxnId="{93FFC4E2-4531-4892-94F0-42C6AD47948E}">
      <dgm:prSet/>
      <dgm:spPr/>
      <dgm:t>
        <a:bodyPr/>
        <a:lstStyle/>
        <a:p>
          <a:endParaRPr lang="en-US"/>
        </a:p>
      </dgm:t>
    </dgm:pt>
    <dgm:pt modelId="{33781D70-A477-4820-8F1A-068545546F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Saves time reading labels</a:t>
          </a:r>
        </a:p>
      </dgm:t>
    </dgm:pt>
    <dgm:pt modelId="{585679B5-66B3-4424-94FF-19B93C66EC1C}" type="parTrans" cxnId="{E57481EC-2DF4-44C5-A06D-C3F0E6B56E36}">
      <dgm:prSet/>
      <dgm:spPr/>
      <dgm:t>
        <a:bodyPr/>
        <a:lstStyle/>
        <a:p>
          <a:endParaRPr lang="en-US"/>
        </a:p>
      </dgm:t>
    </dgm:pt>
    <dgm:pt modelId="{006F4FEB-D4A4-43F3-AC8F-4270E4885C81}" type="sibTrans" cxnId="{E57481EC-2DF4-44C5-A06D-C3F0E6B56E36}">
      <dgm:prSet/>
      <dgm:spPr/>
      <dgm:t>
        <a:bodyPr/>
        <a:lstStyle/>
        <a:p>
          <a:endParaRPr lang="en-US"/>
        </a:p>
      </dgm:t>
    </dgm:pt>
    <dgm:pt modelId="{C005ED69-71BA-4DF5-98FE-CD757D27D6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allergy risks</a:t>
          </a:r>
        </a:p>
      </dgm:t>
    </dgm:pt>
    <dgm:pt modelId="{A068B049-9360-4595-80B9-86CC85A1E3CC}" type="parTrans" cxnId="{6F79DF45-AEAE-4AFA-BFD9-4DAF721B1D25}">
      <dgm:prSet/>
      <dgm:spPr/>
      <dgm:t>
        <a:bodyPr/>
        <a:lstStyle/>
        <a:p>
          <a:endParaRPr lang="en-US"/>
        </a:p>
      </dgm:t>
    </dgm:pt>
    <dgm:pt modelId="{642878DA-4ABE-4058-9682-2C4496C40BE3}" type="sibTrans" cxnId="{6F79DF45-AEAE-4AFA-BFD9-4DAF721B1D25}">
      <dgm:prSet/>
      <dgm:spPr/>
      <dgm:t>
        <a:bodyPr/>
        <a:lstStyle/>
        <a:p>
          <a:endParaRPr lang="en-US"/>
        </a:p>
      </dgm:t>
    </dgm:pt>
    <dgm:pt modelId="{1E8722F0-D3F9-41F3-B252-2B0524DD0D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For Canada</a:t>
          </a:r>
          <a:endParaRPr lang="en-US" dirty="0"/>
        </a:p>
      </dgm:t>
    </dgm:pt>
    <dgm:pt modelId="{F0F19CC0-6455-47F1-BF1F-D80B2B5485F2}" type="parTrans" cxnId="{F6B0A8DF-97E7-4F27-8F4D-E514C0F78228}">
      <dgm:prSet/>
      <dgm:spPr/>
      <dgm:t>
        <a:bodyPr/>
        <a:lstStyle/>
        <a:p>
          <a:endParaRPr lang="en-US"/>
        </a:p>
      </dgm:t>
    </dgm:pt>
    <dgm:pt modelId="{56371B6B-13F9-4D44-B6F8-639FECF4A5DF}" type="sibTrans" cxnId="{F6B0A8DF-97E7-4F27-8F4D-E514C0F78228}">
      <dgm:prSet/>
      <dgm:spPr/>
      <dgm:t>
        <a:bodyPr/>
        <a:lstStyle/>
        <a:p>
          <a:endParaRPr lang="en-US"/>
        </a:p>
      </dgm:t>
    </dgm:pt>
    <dgm:pt modelId="{9DB0A199-19A8-40A3-AB85-78631F3D4A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Supports food safety</a:t>
          </a:r>
        </a:p>
      </dgm:t>
    </dgm:pt>
    <dgm:pt modelId="{5FF2D8C1-0270-4D3A-AF7E-B5FF9D9F9399}" type="parTrans" cxnId="{0ABA2508-CA2A-4017-9960-49712B207D3E}">
      <dgm:prSet/>
      <dgm:spPr/>
      <dgm:t>
        <a:bodyPr/>
        <a:lstStyle/>
        <a:p>
          <a:endParaRPr lang="en-US"/>
        </a:p>
      </dgm:t>
    </dgm:pt>
    <dgm:pt modelId="{238C0E31-F3FA-4BBD-AE79-3E516400171F}" type="sibTrans" cxnId="{0ABA2508-CA2A-4017-9960-49712B207D3E}">
      <dgm:prSet/>
      <dgm:spPr/>
      <dgm:t>
        <a:bodyPr/>
        <a:lstStyle/>
        <a:p>
          <a:endParaRPr lang="en-US"/>
        </a:p>
      </dgm:t>
    </dgm:pt>
    <dgm:pt modelId="{4535B09E-4025-47C8-804C-63008E8F5E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Promotes accessibility</a:t>
          </a:r>
        </a:p>
      </dgm:t>
    </dgm:pt>
    <dgm:pt modelId="{12DD09BA-37AB-4349-A4C7-DAAF86300EC1}" type="parTrans" cxnId="{F5C45CC7-B342-4B47-93CA-27CC18916EAC}">
      <dgm:prSet/>
      <dgm:spPr/>
      <dgm:t>
        <a:bodyPr/>
        <a:lstStyle/>
        <a:p>
          <a:endParaRPr lang="en-US"/>
        </a:p>
      </dgm:t>
    </dgm:pt>
    <dgm:pt modelId="{B22E4216-B829-466F-8912-F6660EE2125D}" type="sibTrans" cxnId="{F5C45CC7-B342-4B47-93CA-27CC18916EAC}">
      <dgm:prSet/>
      <dgm:spPr/>
      <dgm:t>
        <a:bodyPr/>
        <a:lstStyle/>
        <a:p>
          <a:endParaRPr lang="en-US"/>
        </a:p>
      </dgm:t>
    </dgm:pt>
    <dgm:pt modelId="{A21C947A-BDEB-4AAD-BAAC-B8D260221B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Complements healthcare system</a:t>
          </a:r>
        </a:p>
      </dgm:t>
    </dgm:pt>
    <dgm:pt modelId="{720F837D-6863-40C6-B41F-7EFF5D645C2D}" type="parTrans" cxnId="{ADEEF2CD-BB3F-4DDA-9FBD-09DDF6E03FF3}">
      <dgm:prSet/>
      <dgm:spPr/>
      <dgm:t>
        <a:bodyPr/>
        <a:lstStyle/>
        <a:p>
          <a:endParaRPr lang="en-US"/>
        </a:p>
      </dgm:t>
    </dgm:pt>
    <dgm:pt modelId="{8585A0B5-1788-4A2E-AD2D-73E39F508AFA}" type="sibTrans" cxnId="{ADEEF2CD-BB3F-4DDA-9FBD-09DDF6E03FF3}">
      <dgm:prSet/>
      <dgm:spPr/>
      <dgm:t>
        <a:bodyPr/>
        <a:lstStyle/>
        <a:p>
          <a:endParaRPr lang="en-US"/>
        </a:p>
      </dgm:t>
    </dgm:pt>
    <dgm:pt modelId="{1D7F90A2-38AF-4F46-A986-B5156E100B43}" type="pres">
      <dgm:prSet presAssocID="{A1B26F10-F52B-4AF3-A7A1-34D2527A00DE}" presName="root" presStyleCnt="0">
        <dgm:presLayoutVars>
          <dgm:dir/>
          <dgm:resizeHandles val="exact"/>
        </dgm:presLayoutVars>
      </dgm:prSet>
      <dgm:spPr/>
    </dgm:pt>
    <dgm:pt modelId="{31FA5E08-BAB3-4208-A681-AA69E32458F6}" type="pres">
      <dgm:prSet presAssocID="{F0A17383-D0E2-43D3-BAB6-8CBEB4B65E01}" presName="compNode" presStyleCnt="0"/>
      <dgm:spPr/>
    </dgm:pt>
    <dgm:pt modelId="{8AFABBC6-FEF0-467E-8173-FEC4C3AB0351}" type="pres">
      <dgm:prSet presAssocID="{F0A17383-D0E2-43D3-BAB6-8CBEB4B65E01}" presName="iconRect" presStyleLbl="node1" presStyleIdx="0" presStyleCnt="2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2741AECD-28EA-40EA-B8BC-39E4185D4889}" type="pres">
      <dgm:prSet presAssocID="{F0A17383-D0E2-43D3-BAB6-8CBEB4B65E01}" presName="iconSpace" presStyleCnt="0"/>
      <dgm:spPr/>
    </dgm:pt>
    <dgm:pt modelId="{9FB9155B-00AB-4593-9B55-4E0959D30BA3}" type="pres">
      <dgm:prSet presAssocID="{F0A17383-D0E2-43D3-BAB6-8CBEB4B65E01}" presName="parTx" presStyleLbl="revTx" presStyleIdx="0" presStyleCnt="4">
        <dgm:presLayoutVars>
          <dgm:chMax val="0"/>
          <dgm:chPref val="0"/>
        </dgm:presLayoutVars>
      </dgm:prSet>
      <dgm:spPr/>
    </dgm:pt>
    <dgm:pt modelId="{A6A003C5-A5BA-4218-B689-0B243FB2049F}" type="pres">
      <dgm:prSet presAssocID="{F0A17383-D0E2-43D3-BAB6-8CBEB4B65E01}" presName="txSpace" presStyleCnt="0"/>
      <dgm:spPr/>
    </dgm:pt>
    <dgm:pt modelId="{63762B3C-BC0C-4CD1-A39A-2D31D5026FB6}" type="pres">
      <dgm:prSet presAssocID="{F0A17383-D0E2-43D3-BAB6-8CBEB4B65E01}" presName="desTx" presStyleLbl="revTx" presStyleIdx="1" presStyleCnt="4">
        <dgm:presLayoutVars/>
      </dgm:prSet>
      <dgm:spPr/>
    </dgm:pt>
    <dgm:pt modelId="{BD86A647-376D-45FA-80C4-816DA0C621FF}" type="pres">
      <dgm:prSet presAssocID="{88D9E3D1-BF90-4BC7-89B0-896A3F95B0F7}" presName="sibTrans" presStyleCnt="0"/>
      <dgm:spPr/>
    </dgm:pt>
    <dgm:pt modelId="{BF9B3B64-198F-4973-AF73-3B7B9DF73DC8}" type="pres">
      <dgm:prSet presAssocID="{1E8722F0-D3F9-41F3-B252-2B0524DD0D40}" presName="compNode" presStyleCnt="0"/>
      <dgm:spPr/>
    </dgm:pt>
    <dgm:pt modelId="{74179D98-F54A-406D-8151-C9DECA092BB0}" type="pres">
      <dgm:prSet presAssocID="{1E8722F0-D3F9-41F3-B252-2B0524DD0D40}" presName="iconRect" presStyleLbl="node1" presStyleIdx="1" presStyleCnt="2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5657BADD-4903-4F94-B06B-C0F4EFFA9F94}" type="pres">
      <dgm:prSet presAssocID="{1E8722F0-D3F9-41F3-B252-2B0524DD0D40}" presName="iconSpace" presStyleCnt="0"/>
      <dgm:spPr/>
    </dgm:pt>
    <dgm:pt modelId="{97AC8F36-9077-4927-9FA4-477EC898DD79}" type="pres">
      <dgm:prSet presAssocID="{1E8722F0-D3F9-41F3-B252-2B0524DD0D40}" presName="parTx" presStyleLbl="revTx" presStyleIdx="2" presStyleCnt="4">
        <dgm:presLayoutVars>
          <dgm:chMax val="0"/>
          <dgm:chPref val="0"/>
        </dgm:presLayoutVars>
      </dgm:prSet>
      <dgm:spPr/>
    </dgm:pt>
    <dgm:pt modelId="{527B3A4D-B414-4825-9921-C4F54B810930}" type="pres">
      <dgm:prSet presAssocID="{1E8722F0-D3F9-41F3-B252-2B0524DD0D40}" presName="txSpace" presStyleCnt="0"/>
      <dgm:spPr/>
    </dgm:pt>
    <dgm:pt modelId="{A6A0BB1F-AF61-4C80-A3B1-4DEAEE0FC3C0}" type="pres">
      <dgm:prSet presAssocID="{1E8722F0-D3F9-41F3-B252-2B0524DD0D40}" presName="desTx" presStyleLbl="revTx" presStyleIdx="3" presStyleCnt="4">
        <dgm:presLayoutVars/>
      </dgm:prSet>
      <dgm:spPr/>
    </dgm:pt>
  </dgm:ptLst>
  <dgm:cxnLst>
    <dgm:cxn modelId="{A8E16D04-3BC7-4937-9FAD-7B91C786017D}" srcId="{A1B26F10-F52B-4AF3-A7A1-34D2527A00DE}" destId="{F0A17383-D0E2-43D3-BAB6-8CBEB4B65E01}" srcOrd="0" destOrd="0" parTransId="{30F7C258-3BDB-46F4-BDE7-BA39AFCA6062}" sibTransId="{88D9E3D1-BF90-4BC7-89B0-896A3F95B0F7}"/>
    <dgm:cxn modelId="{0ABA2508-CA2A-4017-9960-49712B207D3E}" srcId="{1E8722F0-D3F9-41F3-B252-2B0524DD0D40}" destId="{9DB0A199-19A8-40A3-AB85-78631F3D4AF0}" srcOrd="0" destOrd="0" parTransId="{5FF2D8C1-0270-4D3A-AF7E-B5FF9D9F9399}" sibTransId="{238C0E31-F3FA-4BBD-AE79-3E516400171F}"/>
    <dgm:cxn modelId="{A5A0DA1A-20CF-4B99-80B7-9D5580D0AADF}" type="presOf" srcId="{A21C947A-BDEB-4AAD-BAAC-B8D260221B05}" destId="{A6A0BB1F-AF61-4C80-A3B1-4DEAEE0FC3C0}" srcOrd="0" destOrd="2" presId="urn:microsoft.com/office/officeart/2018/5/layout/CenteredIconLabelDescriptionList"/>
    <dgm:cxn modelId="{21442E34-F091-4D7E-9207-5496957BBD14}" type="presOf" srcId="{F0A17383-D0E2-43D3-BAB6-8CBEB4B65E01}" destId="{9FB9155B-00AB-4593-9B55-4E0959D30BA3}" srcOrd="0" destOrd="0" presId="urn:microsoft.com/office/officeart/2018/5/layout/CenteredIconLabelDescriptionList"/>
    <dgm:cxn modelId="{778AC43E-5CB9-48B5-BAF0-3D0E94D9E2A9}" type="presOf" srcId="{C076B6B6-9249-4718-B0B9-5729CB5B6269}" destId="{63762B3C-BC0C-4CD1-A39A-2D31D5026FB6}" srcOrd="0" destOrd="0" presId="urn:microsoft.com/office/officeart/2018/5/layout/CenteredIconLabelDescriptionList"/>
    <dgm:cxn modelId="{2AC1105B-8405-4669-99A6-FED2CCD638D6}" type="presOf" srcId="{A1B26F10-F52B-4AF3-A7A1-34D2527A00DE}" destId="{1D7F90A2-38AF-4F46-A986-B5156E100B43}" srcOrd="0" destOrd="0" presId="urn:microsoft.com/office/officeart/2018/5/layout/CenteredIconLabelDescriptionList"/>
    <dgm:cxn modelId="{6F79DF45-AEAE-4AFA-BFD9-4DAF721B1D25}" srcId="{F0A17383-D0E2-43D3-BAB6-8CBEB4B65E01}" destId="{C005ED69-71BA-4DF5-98FE-CD757D27D665}" srcOrd="2" destOrd="0" parTransId="{A068B049-9360-4595-80B9-86CC85A1E3CC}" sibTransId="{642878DA-4ABE-4058-9682-2C4496C40BE3}"/>
    <dgm:cxn modelId="{A131386A-5D54-498B-BE2C-E1CD7975AFDF}" type="presOf" srcId="{C005ED69-71BA-4DF5-98FE-CD757D27D665}" destId="{63762B3C-BC0C-4CD1-A39A-2D31D5026FB6}" srcOrd="0" destOrd="2" presId="urn:microsoft.com/office/officeart/2018/5/layout/CenteredIconLabelDescriptionList"/>
    <dgm:cxn modelId="{F2700458-D449-4285-91EF-D808032890CE}" type="presOf" srcId="{9DB0A199-19A8-40A3-AB85-78631F3D4AF0}" destId="{A6A0BB1F-AF61-4C80-A3B1-4DEAEE0FC3C0}" srcOrd="0" destOrd="0" presId="urn:microsoft.com/office/officeart/2018/5/layout/CenteredIconLabelDescriptionList"/>
    <dgm:cxn modelId="{4E6CA092-4949-4E16-B1C0-52727BD118ED}" type="presOf" srcId="{33781D70-A477-4820-8F1A-068545546FC2}" destId="{63762B3C-BC0C-4CD1-A39A-2D31D5026FB6}" srcOrd="0" destOrd="1" presId="urn:microsoft.com/office/officeart/2018/5/layout/CenteredIconLabelDescriptionList"/>
    <dgm:cxn modelId="{475E6BAC-EBA4-4285-A6B4-4A623BC8E6B8}" type="presOf" srcId="{4535B09E-4025-47C8-804C-63008E8F5EE7}" destId="{A6A0BB1F-AF61-4C80-A3B1-4DEAEE0FC3C0}" srcOrd="0" destOrd="1" presId="urn:microsoft.com/office/officeart/2018/5/layout/CenteredIconLabelDescriptionList"/>
    <dgm:cxn modelId="{50ADD4AF-921A-4943-A689-7BA5FC8CA7C2}" type="presOf" srcId="{1E8722F0-D3F9-41F3-B252-2B0524DD0D40}" destId="{97AC8F36-9077-4927-9FA4-477EC898DD79}" srcOrd="0" destOrd="0" presId="urn:microsoft.com/office/officeart/2018/5/layout/CenteredIconLabelDescriptionList"/>
    <dgm:cxn modelId="{F5C45CC7-B342-4B47-93CA-27CC18916EAC}" srcId="{1E8722F0-D3F9-41F3-B252-2B0524DD0D40}" destId="{4535B09E-4025-47C8-804C-63008E8F5EE7}" srcOrd="1" destOrd="0" parTransId="{12DD09BA-37AB-4349-A4C7-DAAF86300EC1}" sibTransId="{B22E4216-B829-466F-8912-F6660EE2125D}"/>
    <dgm:cxn modelId="{ADEEF2CD-BB3F-4DDA-9FBD-09DDF6E03FF3}" srcId="{1E8722F0-D3F9-41F3-B252-2B0524DD0D40}" destId="{A21C947A-BDEB-4AAD-BAAC-B8D260221B05}" srcOrd="2" destOrd="0" parTransId="{720F837D-6863-40C6-B41F-7EFF5D645C2D}" sibTransId="{8585A0B5-1788-4A2E-AD2D-73E39F508AFA}"/>
    <dgm:cxn modelId="{F6B0A8DF-97E7-4F27-8F4D-E514C0F78228}" srcId="{A1B26F10-F52B-4AF3-A7A1-34D2527A00DE}" destId="{1E8722F0-D3F9-41F3-B252-2B0524DD0D40}" srcOrd="1" destOrd="0" parTransId="{F0F19CC0-6455-47F1-BF1F-D80B2B5485F2}" sibTransId="{56371B6B-13F9-4D44-B6F8-639FECF4A5DF}"/>
    <dgm:cxn modelId="{93FFC4E2-4531-4892-94F0-42C6AD47948E}" srcId="{F0A17383-D0E2-43D3-BAB6-8CBEB4B65E01}" destId="{C076B6B6-9249-4718-B0B9-5729CB5B6269}" srcOrd="0" destOrd="0" parTransId="{F1752B3A-058B-4F9E-939C-294B5D4B54B6}" sibTransId="{714DA908-ADF7-4398-AA74-4A69FD547DE3}"/>
    <dgm:cxn modelId="{E57481EC-2DF4-44C5-A06D-C3F0E6B56E36}" srcId="{F0A17383-D0E2-43D3-BAB6-8CBEB4B65E01}" destId="{33781D70-A477-4820-8F1A-068545546FC2}" srcOrd="1" destOrd="0" parTransId="{585679B5-66B3-4424-94FF-19B93C66EC1C}" sibTransId="{006F4FEB-D4A4-43F3-AC8F-4270E4885C81}"/>
    <dgm:cxn modelId="{3BD3A372-5EE6-48C9-AC43-98FAA6F17A63}" type="presParOf" srcId="{1D7F90A2-38AF-4F46-A986-B5156E100B43}" destId="{31FA5E08-BAB3-4208-A681-AA69E32458F6}" srcOrd="0" destOrd="0" presId="urn:microsoft.com/office/officeart/2018/5/layout/CenteredIconLabelDescriptionList"/>
    <dgm:cxn modelId="{5C80BCE8-378C-4FC1-837E-5FFC7365876A}" type="presParOf" srcId="{31FA5E08-BAB3-4208-A681-AA69E32458F6}" destId="{8AFABBC6-FEF0-467E-8173-FEC4C3AB0351}" srcOrd="0" destOrd="0" presId="urn:microsoft.com/office/officeart/2018/5/layout/CenteredIconLabelDescriptionList"/>
    <dgm:cxn modelId="{D18447C2-54C7-4709-994C-2DB7EA0882B2}" type="presParOf" srcId="{31FA5E08-BAB3-4208-A681-AA69E32458F6}" destId="{2741AECD-28EA-40EA-B8BC-39E4185D4889}" srcOrd="1" destOrd="0" presId="urn:microsoft.com/office/officeart/2018/5/layout/CenteredIconLabelDescriptionList"/>
    <dgm:cxn modelId="{5D6EECC3-8988-4482-8350-05D123F4DE4B}" type="presParOf" srcId="{31FA5E08-BAB3-4208-A681-AA69E32458F6}" destId="{9FB9155B-00AB-4593-9B55-4E0959D30BA3}" srcOrd="2" destOrd="0" presId="urn:microsoft.com/office/officeart/2018/5/layout/CenteredIconLabelDescriptionList"/>
    <dgm:cxn modelId="{99215059-C629-453D-BC0F-0181B558B0DE}" type="presParOf" srcId="{31FA5E08-BAB3-4208-A681-AA69E32458F6}" destId="{A6A003C5-A5BA-4218-B689-0B243FB2049F}" srcOrd="3" destOrd="0" presId="urn:microsoft.com/office/officeart/2018/5/layout/CenteredIconLabelDescriptionList"/>
    <dgm:cxn modelId="{7A5DC832-19FB-40C2-A466-4501CB639790}" type="presParOf" srcId="{31FA5E08-BAB3-4208-A681-AA69E32458F6}" destId="{63762B3C-BC0C-4CD1-A39A-2D31D5026FB6}" srcOrd="4" destOrd="0" presId="urn:microsoft.com/office/officeart/2018/5/layout/CenteredIconLabelDescriptionList"/>
    <dgm:cxn modelId="{26171E19-EBDA-4279-A2F0-534A263D0F54}" type="presParOf" srcId="{1D7F90A2-38AF-4F46-A986-B5156E100B43}" destId="{BD86A647-376D-45FA-80C4-816DA0C621FF}" srcOrd="1" destOrd="0" presId="urn:microsoft.com/office/officeart/2018/5/layout/CenteredIconLabelDescriptionList"/>
    <dgm:cxn modelId="{91F51312-AF1E-44AB-B940-B6B21C8A9441}" type="presParOf" srcId="{1D7F90A2-38AF-4F46-A986-B5156E100B43}" destId="{BF9B3B64-198F-4973-AF73-3B7B9DF73DC8}" srcOrd="2" destOrd="0" presId="urn:microsoft.com/office/officeart/2018/5/layout/CenteredIconLabelDescriptionList"/>
    <dgm:cxn modelId="{16C6F8FA-BE12-4D47-A0FC-88F03F0F8A87}" type="presParOf" srcId="{BF9B3B64-198F-4973-AF73-3B7B9DF73DC8}" destId="{74179D98-F54A-406D-8151-C9DECA092BB0}" srcOrd="0" destOrd="0" presId="urn:microsoft.com/office/officeart/2018/5/layout/CenteredIconLabelDescriptionList"/>
    <dgm:cxn modelId="{A8F09D0A-5669-4474-B0F2-D6E58AF5529E}" type="presParOf" srcId="{BF9B3B64-198F-4973-AF73-3B7B9DF73DC8}" destId="{5657BADD-4903-4F94-B06B-C0F4EFFA9F94}" srcOrd="1" destOrd="0" presId="urn:microsoft.com/office/officeart/2018/5/layout/CenteredIconLabelDescriptionList"/>
    <dgm:cxn modelId="{A9B522B1-AF5B-4A56-BF85-626D68FF766F}" type="presParOf" srcId="{BF9B3B64-198F-4973-AF73-3B7B9DF73DC8}" destId="{97AC8F36-9077-4927-9FA4-477EC898DD79}" srcOrd="2" destOrd="0" presId="urn:microsoft.com/office/officeart/2018/5/layout/CenteredIconLabelDescriptionList"/>
    <dgm:cxn modelId="{E7DEBEA9-CAEC-4EE2-B1C4-68388CDA900F}" type="presParOf" srcId="{BF9B3B64-198F-4973-AF73-3B7B9DF73DC8}" destId="{527B3A4D-B414-4825-9921-C4F54B810930}" srcOrd="3" destOrd="0" presId="urn:microsoft.com/office/officeart/2018/5/layout/CenteredIconLabelDescriptionList"/>
    <dgm:cxn modelId="{91438743-DD2A-432A-A7C5-F53BDDADC569}" type="presParOf" srcId="{BF9B3B64-198F-4973-AF73-3B7B9DF73DC8}" destId="{A6A0BB1F-AF61-4C80-A3B1-4DEAEE0FC3C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0952C67-2F3B-462A-ADE4-46B2BB0F4EB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CEC140-618A-4580-864F-BE716646C8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Barcode scanning for faster lookups</a:t>
          </a:r>
        </a:p>
      </dgm:t>
    </dgm:pt>
    <dgm:pt modelId="{79BF3E82-E8A0-4236-8F2E-53F4ED993D4F}" type="parTrans" cxnId="{23841088-D98A-445F-B368-3862AC24B590}">
      <dgm:prSet/>
      <dgm:spPr/>
      <dgm:t>
        <a:bodyPr/>
        <a:lstStyle/>
        <a:p>
          <a:endParaRPr lang="en-US"/>
        </a:p>
      </dgm:t>
    </dgm:pt>
    <dgm:pt modelId="{7EC1D334-4089-4AD8-9248-5E3EE1828A8A}" type="sibTrans" cxnId="{23841088-D98A-445F-B368-3862AC24B5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EC3950-9565-4303-B0D9-613D251C9B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Integration with Canadian food recall system</a:t>
          </a:r>
        </a:p>
      </dgm:t>
    </dgm:pt>
    <dgm:pt modelId="{A588A985-52D9-48E7-A8AB-C748FDEA3C4D}" type="parTrans" cxnId="{746D0DBF-6490-41CB-8D44-2660D7175D4C}">
      <dgm:prSet/>
      <dgm:spPr/>
      <dgm:t>
        <a:bodyPr/>
        <a:lstStyle/>
        <a:p>
          <a:endParaRPr lang="en-US"/>
        </a:p>
      </dgm:t>
    </dgm:pt>
    <dgm:pt modelId="{629ECA17-7E4B-421C-B2C6-DCEBCF9DD988}" type="sibTrans" cxnId="{746D0DBF-6490-41CB-8D44-2660D7175D4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217D65-E4B9-480A-8C62-2E63D6F80D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for Indigenous languages</a:t>
          </a:r>
        </a:p>
      </dgm:t>
    </dgm:pt>
    <dgm:pt modelId="{5D6C65AE-0897-450F-8A6F-D2D1E318349E}" type="parTrans" cxnId="{A5A66158-1582-4051-9C12-95C6356324C3}">
      <dgm:prSet/>
      <dgm:spPr/>
      <dgm:t>
        <a:bodyPr/>
        <a:lstStyle/>
        <a:p>
          <a:endParaRPr lang="en-US"/>
        </a:p>
      </dgm:t>
    </dgm:pt>
    <dgm:pt modelId="{631B2C83-40EC-4102-9BD6-E5172D02E06F}" type="sibTrans" cxnId="{A5A66158-1582-4051-9C12-95C6356324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B274E6D-787A-4577-AA07-F8DE73EAF3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Community-sourced database updates</a:t>
          </a:r>
        </a:p>
      </dgm:t>
    </dgm:pt>
    <dgm:pt modelId="{0369AC39-2187-4CC5-A72B-9D1FB131E041}" type="parTrans" cxnId="{1B8E3A4E-CFBD-4C24-A5C8-161EA6185749}">
      <dgm:prSet/>
      <dgm:spPr/>
      <dgm:t>
        <a:bodyPr/>
        <a:lstStyle/>
        <a:p>
          <a:endParaRPr lang="en-US"/>
        </a:p>
      </dgm:t>
    </dgm:pt>
    <dgm:pt modelId="{3AF466F4-B063-46FB-87AD-6AB5517E710A}" type="sibTrans" cxnId="{1B8E3A4E-CFBD-4C24-A5C8-161EA618574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DD8CD7-970C-4B68-8976-5FAD07AB43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Integration with healthcare providers</a:t>
          </a:r>
        </a:p>
      </dgm:t>
    </dgm:pt>
    <dgm:pt modelId="{D5651E17-FF13-45E0-A804-6DE3911487A8}" type="parTrans" cxnId="{879F76A1-2366-47FC-B6DA-82390F94339A}">
      <dgm:prSet/>
      <dgm:spPr/>
      <dgm:t>
        <a:bodyPr/>
        <a:lstStyle/>
        <a:p>
          <a:endParaRPr lang="en-US"/>
        </a:p>
      </dgm:t>
    </dgm:pt>
    <dgm:pt modelId="{EEC4100F-22C9-4A97-9BED-AB07E21548E3}" type="sibTrans" cxnId="{879F76A1-2366-47FC-B6DA-82390F94339A}">
      <dgm:prSet/>
      <dgm:spPr/>
      <dgm:t>
        <a:bodyPr/>
        <a:lstStyle/>
        <a:p>
          <a:endParaRPr lang="en-US"/>
        </a:p>
      </dgm:t>
    </dgm:pt>
    <dgm:pt modelId="{5304C76B-C5F1-428A-91A7-0F0BBAC892AC}" type="pres">
      <dgm:prSet presAssocID="{70952C67-2F3B-462A-ADE4-46B2BB0F4EB9}" presName="root" presStyleCnt="0">
        <dgm:presLayoutVars>
          <dgm:dir/>
          <dgm:resizeHandles val="exact"/>
        </dgm:presLayoutVars>
      </dgm:prSet>
      <dgm:spPr/>
    </dgm:pt>
    <dgm:pt modelId="{89F2C5C0-B51D-4A0B-8383-6FEF8D192ED4}" type="pres">
      <dgm:prSet presAssocID="{70952C67-2F3B-462A-ADE4-46B2BB0F4EB9}" presName="container" presStyleCnt="0">
        <dgm:presLayoutVars>
          <dgm:dir/>
          <dgm:resizeHandles val="exact"/>
        </dgm:presLayoutVars>
      </dgm:prSet>
      <dgm:spPr/>
    </dgm:pt>
    <dgm:pt modelId="{242E5771-09E5-44C2-B656-0C52B8FB3DE6}" type="pres">
      <dgm:prSet presAssocID="{3ACEC140-618A-4580-864F-BE716646C82D}" presName="compNode" presStyleCnt="0"/>
      <dgm:spPr/>
    </dgm:pt>
    <dgm:pt modelId="{66FE47D8-19AB-470F-B185-DFCC05B197B1}" type="pres">
      <dgm:prSet presAssocID="{3ACEC140-618A-4580-864F-BE716646C82D}" presName="iconBgRect" presStyleLbl="bgShp" presStyleIdx="0" presStyleCnt="5"/>
      <dgm:spPr/>
    </dgm:pt>
    <dgm:pt modelId="{761A337A-3196-40C7-BA71-7CD0C214CFED}" type="pres">
      <dgm:prSet presAssocID="{3ACEC140-618A-4580-864F-BE716646C82D}" presName="iconRect" presStyleLbl="node1" presStyleIdx="0" presStyleCnt="5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B6AC77AC-3D04-42B6-8415-5DA562BF2626}" type="pres">
      <dgm:prSet presAssocID="{3ACEC140-618A-4580-864F-BE716646C82D}" presName="spaceRect" presStyleCnt="0"/>
      <dgm:spPr/>
    </dgm:pt>
    <dgm:pt modelId="{B5495AA1-079D-461C-91FB-188FD3670BD0}" type="pres">
      <dgm:prSet presAssocID="{3ACEC140-618A-4580-864F-BE716646C82D}" presName="textRect" presStyleLbl="revTx" presStyleIdx="0" presStyleCnt="5">
        <dgm:presLayoutVars>
          <dgm:chMax val="1"/>
          <dgm:chPref val="1"/>
        </dgm:presLayoutVars>
      </dgm:prSet>
      <dgm:spPr/>
    </dgm:pt>
    <dgm:pt modelId="{603936E1-152D-4374-908A-F38A526CF0A0}" type="pres">
      <dgm:prSet presAssocID="{7EC1D334-4089-4AD8-9248-5E3EE1828A8A}" presName="sibTrans" presStyleLbl="sibTrans2D1" presStyleIdx="0" presStyleCnt="0"/>
      <dgm:spPr/>
    </dgm:pt>
    <dgm:pt modelId="{3CC6634B-5F2E-4AB7-8863-728AEFC7D831}" type="pres">
      <dgm:prSet presAssocID="{47EC3950-9565-4303-B0D9-613D251C9B02}" presName="compNode" presStyleCnt="0"/>
      <dgm:spPr/>
    </dgm:pt>
    <dgm:pt modelId="{BE763AA6-C709-410E-A002-3F30D99B4B09}" type="pres">
      <dgm:prSet presAssocID="{47EC3950-9565-4303-B0D9-613D251C9B02}" presName="iconBgRect" presStyleLbl="bgShp" presStyleIdx="1" presStyleCnt="5"/>
      <dgm:spPr/>
    </dgm:pt>
    <dgm:pt modelId="{0FE3AD83-0E8A-4784-96CA-521281C44938}" type="pres">
      <dgm:prSet presAssocID="{47EC3950-9565-4303-B0D9-613D251C9B02}" presName="iconRect" presStyleLbl="node1" presStyleIdx="1" presStyleCnt="5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4CD583B5-7ED5-4BAB-A385-FD844A9E4E11}" type="pres">
      <dgm:prSet presAssocID="{47EC3950-9565-4303-B0D9-613D251C9B02}" presName="spaceRect" presStyleCnt="0"/>
      <dgm:spPr/>
    </dgm:pt>
    <dgm:pt modelId="{A03C0291-AAE5-4F84-8DA3-734FE660361F}" type="pres">
      <dgm:prSet presAssocID="{47EC3950-9565-4303-B0D9-613D251C9B02}" presName="textRect" presStyleLbl="revTx" presStyleIdx="1" presStyleCnt="5">
        <dgm:presLayoutVars>
          <dgm:chMax val="1"/>
          <dgm:chPref val="1"/>
        </dgm:presLayoutVars>
      </dgm:prSet>
      <dgm:spPr/>
    </dgm:pt>
    <dgm:pt modelId="{15B65492-B2F4-4F30-8A85-9F5165D2A063}" type="pres">
      <dgm:prSet presAssocID="{629ECA17-7E4B-421C-B2C6-DCEBCF9DD988}" presName="sibTrans" presStyleLbl="sibTrans2D1" presStyleIdx="0" presStyleCnt="0"/>
      <dgm:spPr/>
    </dgm:pt>
    <dgm:pt modelId="{11BAB3EB-B30E-4E1B-ACDC-F8177B182E44}" type="pres">
      <dgm:prSet presAssocID="{96217D65-E4B9-480A-8C62-2E63D6F80D94}" presName="compNode" presStyleCnt="0"/>
      <dgm:spPr/>
    </dgm:pt>
    <dgm:pt modelId="{3A4E31E7-60CF-493C-A115-138B81284D77}" type="pres">
      <dgm:prSet presAssocID="{96217D65-E4B9-480A-8C62-2E63D6F80D94}" presName="iconBgRect" presStyleLbl="bgShp" presStyleIdx="2" presStyleCnt="5"/>
      <dgm:spPr/>
    </dgm:pt>
    <dgm:pt modelId="{C742CDD9-0C93-4A72-82D9-DF6301374A17}" type="pres">
      <dgm:prSet presAssocID="{96217D65-E4B9-480A-8C62-2E63D6F80D94}" presName="iconRect" presStyleLbl="node1" presStyleIdx="2" presStyleCnt="5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D30AA176-E7AA-4973-BD97-5A25FCBE094A}" type="pres">
      <dgm:prSet presAssocID="{96217D65-E4B9-480A-8C62-2E63D6F80D94}" presName="spaceRect" presStyleCnt="0"/>
      <dgm:spPr/>
    </dgm:pt>
    <dgm:pt modelId="{74ACF8AA-D476-465E-9BF5-0908381E9D10}" type="pres">
      <dgm:prSet presAssocID="{96217D65-E4B9-480A-8C62-2E63D6F80D94}" presName="textRect" presStyleLbl="revTx" presStyleIdx="2" presStyleCnt="5">
        <dgm:presLayoutVars>
          <dgm:chMax val="1"/>
          <dgm:chPref val="1"/>
        </dgm:presLayoutVars>
      </dgm:prSet>
      <dgm:spPr/>
    </dgm:pt>
    <dgm:pt modelId="{B1548FFA-A1B1-4FB8-ADFD-A61E6B62D837}" type="pres">
      <dgm:prSet presAssocID="{631B2C83-40EC-4102-9BD6-E5172D02E06F}" presName="sibTrans" presStyleLbl="sibTrans2D1" presStyleIdx="0" presStyleCnt="0"/>
      <dgm:spPr/>
    </dgm:pt>
    <dgm:pt modelId="{09B3679A-9EA9-40E3-B6B1-C5E74224731E}" type="pres">
      <dgm:prSet presAssocID="{6B274E6D-787A-4577-AA07-F8DE73EAF360}" presName="compNode" presStyleCnt="0"/>
      <dgm:spPr/>
    </dgm:pt>
    <dgm:pt modelId="{98B77F92-DA60-4DC6-945F-A36BEFF47FFA}" type="pres">
      <dgm:prSet presAssocID="{6B274E6D-787A-4577-AA07-F8DE73EAF360}" presName="iconBgRect" presStyleLbl="bgShp" presStyleIdx="3" presStyleCnt="5"/>
      <dgm:spPr/>
    </dgm:pt>
    <dgm:pt modelId="{3B2FA018-2EEB-4B58-8351-C476B39F8AF2}" type="pres">
      <dgm:prSet presAssocID="{6B274E6D-787A-4577-AA07-F8DE73EAF360}" presName="iconRect" presStyleLbl="node1" presStyleIdx="3" presStyleCnt="5"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CBB95262-3B59-4660-BB57-6D6CBC145022}" type="pres">
      <dgm:prSet presAssocID="{6B274E6D-787A-4577-AA07-F8DE73EAF360}" presName="spaceRect" presStyleCnt="0"/>
      <dgm:spPr/>
    </dgm:pt>
    <dgm:pt modelId="{D674DBCA-4EBB-46AC-8962-AD06901784A8}" type="pres">
      <dgm:prSet presAssocID="{6B274E6D-787A-4577-AA07-F8DE73EAF360}" presName="textRect" presStyleLbl="revTx" presStyleIdx="3" presStyleCnt="5">
        <dgm:presLayoutVars>
          <dgm:chMax val="1"/>
          <dgm:chPref val="1"/>
        </dgm:presLayoutVars>
      </dgm:prSet>
      <dgm:spPr/>
    </dgm:pt>
    <dgm:pt modelId="{017DAF15-1443-41DF-A3B7-579321DDDDE7}" type="pres">
      <dgm:prSet presAssocID="{3AF466F4-B063-46FB-87AD-6AB5517E710A}" presName="sibTrans" presStyleLbl="sibTrans2D1" presStyleIdx="0" presStyleCnt="0"/>
      <dgm:spPr/>
    </dgm:pt>
    <dgm:pt modelId="{88A1D07F-FD2B-4F74-8A08-716F074A1BAD}" type="pres">
      <dgm:prSet presAssocID="{75DD8CD7-970C-4B68-8976-5FAD07AB432F}" presName="compNode" presStyleCnt="0"/>
      <dgm:spPr/>
    </dgm:pt>
    <dgm:pt modelId="{FF4D6801-AD30-4FEF-BA19-8EE6186E7D8A}" type="pres">
      <dgm:prSet presAssocID="{75DD8CD7-970C-4B68-8976-5FAD07AB432F}" presName="iconBgRect" presStyleLbl="bgShp" presStyleIdx="4" presStyleCnt="5"/>
      <dgm:spPr/>
    </dgm:pt>
    <dgm:pt modelId="{4081794E-90F5-4207-A3F8-B08EF31B87BF}" type="pres">
      <dgm:prSet presAssocID="{75DD8CD7-970C-4B68-8976-5FAD07AB432F}" presName="iconRect" presStyleLbl="node1" presStyleIdx="4" presStyleCnt="5"/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3EB80B14-2642-450E-A599-B028FCEB27C2}" type="pres">
      <dgm:prSet presAssocID="{75DD8CD7-970C-4B68-8976-5FAD07AB432F}" presName="spaceRect" presStyleCnt="0"/>
      <dgm:spPr/>
    </dgm:pt>
    <dgm:pt modelId="{2F62CE7C-11F1-4E51-80B8-AD65C85C9499}" type="pres">
      <dgm:prSet presAssocID="{75DD8CD7-970C-4B68-8976-5FAD07AB432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3F11917-A667-4477-871A-09F0CF74D781}" type="presOf" srcId="{631B2C83-40EC-4102-9BD6-E5172D02E06F}" destId="{B1548FFA-A1B1-4FB8-ADFD-A61E6B62D837}" srcOrd="0" destOrd="0" presId="urn:microsoft.com/office/officeart/2018/2/layout/IconCircleList"/>
    <dgm:cxn modelId="{771B7632-9884-4CF8-A937-7FA310EB6BFA}" type="presOf" srcId="{6B274E6D-787A-4577-AA07-F8DE73EAF360}" destId="{D674DBCA-4EBB-46AC-8962-AD06901784A8}" srcOrd="0" destOrd="0" presId="urn:microsoft.com/office/officeart/2018/2/layout/IconCircleList"/>
    <dgm:cxn modelId="{2E04685E-E34C-4A1C-8063-E3CE48EB97EC}" type="presOf" srcId="{3AF466F4-B063-46FB-87AD-6AB5517E710A}" destId="{017DAF15-1443-41DF-A3B7-579321DDDDE7}" srcOrd="0" destOrd="0" presId="urn:microsoft.com/office/officeart/2018/2/layout/IconCircleList"/>
    <dgm:cxn modelId="{1B8E3A4E-CFBD-4C24-A5C8-161EA6185749}" srcId="{70952C67-2F3B-462A-ADE4-46B2BB0F4EB9}" destId="{6B274E6D-787A-4577-AA07-F8DE73EAF360}" srcOrd="3" destOrd="0" parTransId="{0369AC39-2187-4CC5-A72B-9D1FB131E041}" sibTransId="{3AF466F4-B063-46FB-87AD-6AB5517E710A}"/>
    <dgm:cxn modelId="{C8033E78-88FA-4E27-98BE-535C681AEB8C}" type="presOf" srcId="{3ACEC140-618A-4580-864F-BE716646C82D}" destId="{B5495AA1-079D-461C-91FB-188FD3670BD0}" srcOrd="0" destOrd="0" presId="urn:microsoft.com/office/officeart/2018/2/layout/IconCircleList"/>
    <dgm:cxn modelId="{A5A66158-1582-4051-9C12-95C6356324C3}" srcId="{70952C67-2F3B-462A-ADE4-46B2BB0F4EB9}" destId="{96217D65-E4B9-480A-8C62-2E63D6F80D94}" srcOrd="2" destOrd="0" parTransId="{5D6C65AE-0897-450F-8A6F-D2D1E318349E}" sibTransId="{631B2C83-40EC-4102-9BD6-E5172D02E06F}"/>
    <dgm:cxn modelId="{23841088-D98A-445F-B368-3862AC24B590}" srcId="{70952C67-2F3B-462A-ADE4-46B2BB0F4EB9}" destId="{3ACEC140-618A-4580-864F-BE716646C82D}" srcOrd="0" destOrd="0" parTransId="{79BF3E82-E8A0-4236-8F2E-53F4ED993D4F}" sibTransId="{7EC1D334-4089-4AD8-9248-5E3EE1828A8A}"/>
    <dgm:cxn modelId="{879F76A1-2366-47FC-B6DA-82390F94339A}" srcId="{70952C67-2F3B-462A-ADE4-46B2BB0F4EB9}" destId="{75DD8CD7-970C-4B68-8976-5FAD07AB432F}" srcOrd="4" destOrd="0" parTransId="{D5651E17-FF13-45E0-A804-6DE3911487A8}" sibTransId="{EEC4100F-22C9-4A97-9BED-AB07E21548E3}"/>
    <dgm:cxn modelId="{B88BB5A9-5A2C-4AF3-A5FB-2799246BDF3E}" type="presOf" srcId="{7EC1D334-4089-4AD8-9248-5E3EE1828A8A}" destId="{603936E1-152D-4374-908A-F38A526CF0A0}" srcOrd="0" destOrd="0" presId="urn:microsoft.com/office/officeart/2018/2/layout/IconCircleList"/>
    <dgm:cxn modelId="{746D0DBF-6490-41CB-8D44-2660D7175D4C}" srcId="{70952C67-2F3B-462A-ADE4-46B2BB0F4EB9}" destId="{47EC3950-9565-4303-B0D9-613D251C9B02}" srcOrd="1" destOrd="0" parTransId="{A588A985-52D9-48E7-A8AB-C748FDEA3C4D}" sibTransId="{629ECA17-7E4B-421C-B2C6-DCEBCF9DD988}"/>
    <dgm:cxn modelId="{198451C6-0E83-425F-A8AB-D92BB8E901A3}" type="presOf" srcId="{70952C67-2F3B-462A-ADE4-46B2BB0F4EB9}" destId="{5304C76B-C5F1-428A-91A7-0F0BBAC892AC}" srcOrd="0" destOrd="0" presId="urn:microsoft.com/office/officeart/2018/2/layout/IconCircleList"/>
    <dgm:cxn modelId="{0DE974D4-FC33-4E98-8E02-E2904D8D3048}" type="presOf" srcId="{75DD8CD7-970C-4B68-8976-5FAD07AB432F}" destId="{2F62CE7C-11F1-4E51-80B8-AD65C85C9499}" srcOrd="0" destOrd="0" presId="urn:microsoft.com/office/officeart/2018/2/layout/IconCircleList"/>
    <dgm:cxn modelId="{B30F4EDF-8758-43C1-AB3B-B3232E91F892}" type="presOf" srcId="{629ECA17-7E4B-421C-B2C6-DCEBCF9DD988}" destId="{15B65492-B2F4-4F30-8A85-9F5165D2A063}" srcOrd="0" destOrd="0" presId="urn:microsoft.com/office/officeart/2018/2/layout/IconCircleList"/>
    <dgm:cxn modelId="{B59D4BE1-BE8E-4244-B935-A6105040159A}" type="presOf" srcId="{47EC3950-9565-4303-B0D9-613D251C9B02}" destId="{A03C0291-AAE5-4F84-8DA3-734FE660361F}" srcOrd="0" destOrd="0" presId="urn:microsoft.com/office/officeart/2018/2/layout/IconCircleList"/>
    <dgm:cxn modelId="{36C8A2FB-8816-4285-B4B3-CEB023BABBFA}" type="presOf" srcId="{96217D65-E4B9-480A-8C62-2E63D6F80D94}" destId="{74ACF8AA-D476-465E-9BF5-0908381E9D10}" srcOrd="0" destOrd="0" presId="urn:microsoft.com/office/officeart/2018/2/layout/IconCircleList"/>
    <dgm:cxn modelId="{2B3280F3-C517-407F-B292-DC1670329277}" type="presParOf" srcId="{5304C76B-C5F1-428A-91A7-0F0BBAC892AC}" destId="{89F2C5C0-B51D-4A0B-8383-6FEF8D192ED4}" srcOrd="0" destOrd="0" presId="urn:microsoft.com/office/officeart/2018/2/layout/IconCircleList"/>
    <dgm:cxn modelId="{D82AFC85-0A76-4F83-8668-02B40245FDF2}" type="presParOf" srcId="{89F2C5C0-B51D-4A0B-8383-6FEF8D192ED4}" destId="{242E5771-09E5-44C2-B656-0C52B8FB3DE6}" srcOrd="0" destOrd="0" presId="urn:microsoft.com/office/officeart/2018/2/layout/IconCircleList"/>
    <dgm:cxn modelId="{5090A30A-F128-4498-A047-8E205ECC1FAB}" type="presParOf" srcId="{242E5771-09E5-44C2-B656-0C52B8FB3DE6}" destId="{66FE47D8-19AB-470F-B185-DFCC05B197B1}" srcOrd="0" destOrd="0" presId="urn:microsoft.com/office/officeart/2018/2/layout/IconCircleList"/>
    <dgm:cxn modelId="{0530B8E9-E46B-4213-87F5-8A31C0C197DA}" type="presParOf" srcId="{242E5771-09E5-44C2-B656-0C52B8FB3DE6}" destId="{761A337A-3196-40C7-BA71-7CD0C214CFED}" srcOrd="1" destOrd="0" presId="urn:microsoft.com/office/officeart/2018/2/layout/IconCircleList"/>
    <dgm:cxn modelId="{FE6CCAC3-F3AB-4629-AEBC-BEFD729BDE7E}" type="presParOf" srcId="{242E5771-09E5-44C2-B656-0C52B8FB3DE6}" destId="{B6AC77AC-3D04-42B6-8415-5DA562BF2626}" srcOrd="2" destOrd="0" presId="urn:microsoft.com/office/officeart/2018/2/layout/IconCircleList"/>
    <dgm:cxn modelId="{763EB3A9-28B4-4AE5-96C3-5DB91A05C745}" type="presParOf" srcId="{242E5771-09E5-44C2-B656-0C52B8FB3DE6}" destId="{B5495AA1-079D-461C-91FB-188FD3670BD0}" srcOrd="3" destOrd="0" presId="urn:microsoft.com/office/officeart/2018/2/layout/IconCircleList"/>
    <dgm:cxn modelId="{3F05A5CC-228D-49CC-B94F-4944B692E351}" type="presParOf" srcId="{89F2C5C0-B51D-4A0B-8383-6FEF8D192ED4}" destId="{603936E1-152D-4374-908A-F38A526CF0A0}" srcOrd="1" destOrd="0" presId="urn:microsoft.com/office/officeart/2018/2/layout/IconCircleList"/>
    <dgm:cxn modelId="{1E7102C8-9349-41CA-BF14-442F1D2AB012}" type="presParOf" srcId="{89F2C5C0-B51D-4A0B-8383-6FEF8D192ED4}" destId="{3CC6634B-5F2E-4AB7-8863-728AEFC7D831}" srcOrd="2" destOrd="0" presId="urn:microsoft.com/office/officeart/2018/2/layout/IconCircleList"/>
    <dgm:cxn modelId="{D4EE9C8A-E3ED-4E31-84D6-DB0F271D2087}" type="presParOf" srcId="{3CC6634B-5F2E-4AB7-8863-728AEFC7D831}" destId="{BE763AA6-C709-410E-A002-3F30D99B4B09}" srcOrd="0" destOrd="0" presId="urn:microsoft.com/office/officeart/2018/2/layout/IconCircleList"/>
    <dgm:cxn modelId="{1A1174FA-4F89-4CAE-A6E5-713DF5B1BC3A}" type="presParOf" srcId="{3CC6634B-5F2E-4AB7-8863-728AEFC7D831}" destId="{0FE3AD83-0E8A-4784-96CA-521281C44938}" srcOrd="1" destOrd="0" presId="urn:microsoft.com/office/officeart/2018/2/layout/IconCircleList"/>
    <dgm:cxn modelId="{7105E6B6-C873-430C-B0A3-6A39BE175C83}" type="presParOf" srcId="{3CC6634B-5F2E-4AB7-8863-728AEFC7D831}" destId="{4CD583B5-7ED5-4BAB-A385-FD844A9E4E11}" srcOrd="2" destOrd="0" presId="urn:microsoft.com/office/officeart/2018/2/layout/IconCircleList"/>
    <dgm:cxn modelId="{388560B6-79A1-4B73-95FC-ADD9230E6477}" type="presParOf" srcId="{3CC6634B-5F2E-4AB7-8863-728AEFC7D831}" destId="{A03C0291-AAE5-4F84-8DA3-734FE660361F}" srcOrd="3" destOrd="0" presId="urn:microsoft.com/office/officeart/2018/2/layout/IconCircleList"/>
    <dgm:cxn modelId="{157A28D0-5DCD-467B-A86C-46EA9DDD596B}" type="presParOf" srcId="{89F2C5C0-B51D-4A0B-8383-6FEF8D192ED4}" destId="{15B65492-B2F4-4F30-8A85-9F5165D2A063}" srcOrd="3" destOrd="0" presId="urn:microsoft.com/office/officeart/2018/2/layout/IconCircleList"/>
    <dgm:cxn modelId="{E59F8D0B-BC17-486C-8C0A-331E3D20B664}" type="presParOf" srcId="{89F2C5C0-B51D-4A0B-8383-6FEF8D192ED4}" destId="{11BAB3EB-B30E-4E1B-ACDC-F8177B182E44}" srcOrd="4" destOrd="0" presId="urn:microsoft.com/office/officeart/2018/2/layout/IconCircleList"/>
    <dgm:cxn modelId="{DD1F460C-A01B-4C02-ACC5-744CB1960B41}" type="presParOf" srcId="{11BAB3EB-B30E-4E1B-ACDC-F8177B182E44}" destId="{3A4E31E7-60CF-493C-A115-138B81284D77}" srcOrd="0" destOrd="0" presId="urn:microsoft.com/office/officeart/2018/2/layout/IconCircleList"/>
    <dgm:cxn modelId="{06D68001-9C53-4B7C-B15C-25AD5EFA2758}" type="presParOf" srcId="{11BAB3EB-B30E-4E1B-ACDC-F8177B182E44}" destId="{C742CDD9-0C93-4A72-82D9-DF6301374A17}" srcOrd="1" destOrd="0" presId="urn:microsoft.com/office/officeart/2018/2/layout/IconCircleList"/>
    <dgm:cxn modelId="{54C6727D-E5A2-4023-9847-319B09CCFBA7}" type="presParOf" srcId="{11BAB3EB-B30E-4E1B-ACDC-F8177B182E44}" destId="{D30AA176-E7AA-4973-BD97-5A25FCBE094A}" srcOrd="2" destOrd="0" presId="urn:microsoft.com/office/officeart/2018/2/layout/IconCircleList"/>
    <dgm:cxn modelId="{2EE71752-9191-4E57-99A8-B138CE3183BF}" type="presParOf" srcId="{11BAB3EB-B30E-4E1B-ACDC-F8177B182E44}" destId="{74ACF8AA-D476-465E-9BF5-0908381E9D10}" srcOrd="3" destOrd="0" presId="urn:microsoft.com/office/officeart/2018/2/layout/IconCircleList"/>
    <dgm:cxn modelId="{846C1488-279C-4534-B695-4B7FAA8E200E}" type="presParOf" srcId="{89F2C5C0-B51D-4A0B-8383-6FEF8D192ED4}" destId="{B1548FFA-A1B1-4FB8-ADFD-A61E6B62D837}" srcOrd="5" destOrd="0" presId="urn:microsoft.com/office/officeart/2018/2/layout/IconCircleList"/>
    <dgm:cxn modelId="{2D363D31-9264-4B78-A380-002CF7F87397}" type="presParOf" srcId="{89F2C5C0-B51D-4A0B-8383-6FEF8D192ED4}" destId="{09B3679A-9EA9-40E3-B6B1-C5E74224731E}" srcOrd="6" destOrd="0" presId="urn:microsoft.com/office/officeart/2018/2/layout/IconCircleList"/>
    <dgm:cxn modelId="{D1478E4D-A796-42C7-AD75-01A1A7842622}" type="presParOf" srcId="{09B3679A-9EA9-40E3-B6B1-C5E74224731E}" destId="{98B77F92-DA60-4DC6-945F-A36BEFF47FFA}" srcOrd="0" destOrd="0" presId="urn:microsoft.com/office/officeart/2018/2/layout/IconCircleList"/>
    <dgm:cxn modelId="{BE8494C0-F2FE-4CC3-BA75-B1B86171E618}" type="presParOf" srcId="{09B3679A-9EA9-40E3-B6B1-C5E74224731E}" destId="{3B2FA018-2EEB-4B58-8351-C476B39F8AF2}" srcOrd="1" destOrd="0" presId="urn:microsoft.com/office/officeart/2018/2/layout/IconCircleList"/>
    <dgm:cxn modelId="{4F822488-78DE-418E-9C50-5DA2A57074E2}" type="presParOf" srcId="{09B3679A-9EA9-40E3-B6B1-C5E74224731E}" destId="{CBB95262-3B59-4660-BB57-6D6CBC145022}" srcOrd="2" destOrd="0" presId="urn:microsoft.com/office/officeart/2018/2/layout/IconCircleList"/>
    <dgm:cxn modelId="{656CB5E4-4D94-44AD-BAA4-0AA63CBC063A}" type="presParOf" srcId="{09B3679A-9EA9-40E3-B6B1-C5E74224731E}" destId="{D674DBCA-4EBB-46AC-8962-AD06901784A8}" srcOrd="3" destOrd="0" presId="urn:microsoft.com/office/officeart/2018/2/layout/IconCircleList"/>
    <dgm:cxn modelId="{647268EB-0748-48C6-999A-A18DA9CCEC84}" type="presParOf" srcId="{89F2C5C0-B51D-4A0B-8383-6FEF8D192ED4}" destId="{017DAF15-1443-41DF-A3B7-579321DDDDE7}" srcOrd="7" destOrd="0" presId="urn:microsoft.com/office/officeart/2018/2/layout/IconCircleList"/>
    <dgm:cxn modelId="{051FC835-E067-4927-9188-EAB8F5D98133}" type="presParOf" srcId="{89F2C5C0-B51D-4A0B-8383-6FEF8D192ED4}" destId="{88A1D07F-FD2B-4F74-8A08-716F074A1BAD}" srcOrd="8" destOrd="0" presId="urn:microsoft.com/office/officeart/2018/2/layout/IconCircleList"/>
    <dgm:cxn modelId="{11980B99-F40A-4B2E-8A04-EFE4EAAAFD44}" type="presParOf" srcId="{88A1D07F-FD2B-4F74-8A08-716F074A1BAD}" destId="{FF4D6801-AD30-4FEF-BA19-8EE6186E7D8A}" srcOrd="0" destOrd="0" presId="urn:microsoft.com/office/officeart/2018/2/layout/IconCircleList"/>
    <dgm:cxn modelId="{53677CA6-C031-442E-B878-484909BA26A8}" type="presParOf" srcId="{88A1D07F-FD2B-4F74-8A08-716F074A1BAD}" destId="{4081794E-90F5-4207-A3F8-B08EF31B87BF}" srcOrd="1" destOrd="0" presId="urn:microsoft.com/office/officeart/2018/2/layout/IconCircleList"/>
    <dgm:cxn modelId="{5D161AB8-0909-4B0D-85CA-B4355CB79E38}" type="presParOf" srcId="{88A1D07F-FD2B-4F74-8A08-716F074A1BAD}" destId="{3EB80B14-2642-450E-A599-B028FCEB27C2}" srcOrd="2" destOrd="0" presId="urn:microsoft.com/office/officeart/2018/2/layout/IconCircleList"/>
    <dgm:cxn modelId="{51EEE124-7162-4B3D-BFB2-2971A2552E84}" type="presParOf" srcId="{88A1D07F-FD2B-4F74-8A08-716F074A1BAD}" destId="{2F62CE7C-11F1-4E51-80B8-AD65C85C949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9390528-59EC-4430-9BAC-5F4A85EBBE4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C75B35-8302-48C5-ADF6-AA00F12C0009}">
      <dgm:prSet/>
      <dgm:spPr/>
      <dgm:t>
        <a:bodyPr/>
        <a:lstStyle/>
        <a:p>
          <a:r>
            <a:rPr lang="en-IN" b="1" dirty="0"/>
            <a:t>Varying label formats</a:t>
          </a:r>
          <a:endParaRPr lang="en-US" b="1" dirty="0"/>
        </a:p>
      </dgm:t>
    </dgm:pt>
    <dgm:pt modelId="{222A3AE7-7405-46A6-8FE0-5570C2A0BCDD}" type="parTrans" cxnId="{254F9A23-93F1-4152-94B0-32F1D7802742}">
      <dgm:prSet/>
      <dgm:spPr/>
      <dgm:t>
        <a:bodyPr/>
        <a:lstStyle/>
        <a:p>
          <a:endParaRPr lang="en-US"/>
        </a:p>
      </dgm:t>
    </dgm:pt>
    <dgm:pt modelId="{4C547BFA-9762-4D32-8E18-44E5F72443E8}" type="sibTrans" cxnId="{254F9A23-93F1-4152-94B0-32F1D7802742}">
      <dgm:prSet/>
      <dgm:spPr/>
      <dgm:t>
        <a:bodyPr/>
        <a:lstStyle/>
        <a:p>
          <a:endParaRPr lang="en-US"/>
        </a:p>
      </dgm:t>
    </dgm:pt>
    <dgm:pt modelId="{78DD6B57-6D89-4E92-ACD4-BACBC1528E30}">
      <dgm:prSet/>
      <dgm:spPr/>
      <dgm:t>
        <a:bodyPr/>
        <a:lstStyle/>
        <a:p>
          <a:r>
            <a:rPr lang="en-IN" dirty="0"/>
            <a:t>Multi-strategy OCR</a:t>
          </a:r>
          <a:endParaRPr lang="en-US" dirty="0"/>
        </a:p>
      </dgm:t>
    </dgm:pt>
    <dgm:pt modelId="{CEDA2714-040D-4ACE-9C27-D6EA5AB5DCBB}" type="parTrans" cxnId="{16C6E81E-C99F-460A-901C-762C602E61B4}">
      <dgm:prSet/>
      <dgm:spPr/>
      <dgm:t>
        <a:bodyPr/>
        <a:lstStyle/>
        <a:p>
          <a:endParaRPr lang="en-US"/>
        </a:p>
      </dgm:t>
    </dgm:pt>
    <dgm:pt modelId="{5E10F647-E476-4E99-AAD3-B818D054E188}" type="sibTrans" cxnId="{16C6E81E-C99F-460A-901C-762C602E61B4}">
      <dgm:prSet/>
      <dgm:spPr/>
      <dgm:t>
        <a:bodyPr/>
        <a:lstStyle/>
        <a:p>
          <a:endParaRPr lang="en-US"/>
        </a:p>
      </dgm:t>
    </dgm:pt>
    <dgm:pt modelId="{4CF24B67-AFB7-4598-BFFC-0A0B346EA695}">
      <dgm:prSet/>
      <dgm:spPr/>
      <dgm:t>
        <a:bodyPr/>
        <a:lstStyle/>
        <a:p>
          <a:r>
            <a:rPr lang="en-IN" b="1" dirty="0"/>
            <a:t>Bilingual detection</a:t>
          </a:r>
          <a:endParaRPr lang="en-US" b="1" dirty="0"/>
        </a:p>
      </dgm:t>
    </dgm:pt>
    <dgm:pt modelId="{E52CE9D2-A846-4767-A162-730EB3691144}" type="parTrans" cxnId="{3C1DBC8F-8E91-4C59-9E3A-1D253416863C}">
      <dgm:prSet/>
      <dgm:spPr/>
      <dgm:t>
        <a:bodyPr/>
        <a:lstStyle/>
        <a:p>
          <a:endParaRPr lang="en-US"/>
        </a:p>
      </dgm:t>
    </dgm:pt>
    <dgm:pt modelId="{44E71396-52B5-40C4-A936-E7CF826267E2}" type="sibTrans" cxnId="{3C1DBC8F-8E91-4C59-9E3A-1D253416863C}">
      <dgm:prSet/>
      <dgm:spPr/>
      <dgm:t>
        <a:bodyPr/>
        <a:lstStyle/>
        <a:p>
          <a:endParaRPr lang="en-US"/>
        </a:p>
      </dgm:t>
    </dgm:pt>
    <dgm:pt modelId="{29D61858-B995-40F8-BB84-047FA0348F25}">
      <dgm:prSet/>
      <dgm:spPr/>
      <dgm:t>
        <a:bodyPr/>
        <a:lstStyle/>
        <a:p>
          <a:r>
            <a:rPr lang="en-IN" dirty="0"/>
            <a:t>Dual-language processing</a:t>
          </a:r>
          <a:endParaRPr lang="en-US" dirty="0"/>
        </a:p>
      </dgm:t>
    </dgm:pt>
    <dgm:pt modelId="{F4E66FA5-7E84-4E32-880A-CCCE4617E603}" type="parTrans" cxnId="{9695D28B-D8B6-445E-AEE7-52F66D05CD30}">
      <dgm:prSet/>
      <dgm:spPr/>
      <dgm:t>
        <a:bodyPr/>
        <a:lstStyle/>
        <a:p>
          <a:endParaRPr lang="en-US"/>
        </a:p>
      </dgm:t>
    </dgm:pt>
    <dgm:pt modelId="{819B72C4-A19B-4FB5-8C81-49658E246986}" type="sibTrans" cxnId="{9695D28B-D8B6-445E-AEE7-52F66D05CD30}">
      <dgm:prSet/>
      <dgm:spPr/>
      <dgm:t>
        <a:bodyPr/>
        <a:lstStyle/>
        <a:p>
          <a:endParaRPr lang="en-US"/>
        </a:p>
      </dgm:t>
    </dgm:pt>
    <dgm:pt modelId="{9B54E144-3913-4EA6-8A5C-692E4D621702}">
      <dgm:prSet/>
      <dgm:spPr/>
      <dgm:t>
        <a:bodyPr/>
        <a:lstStyle/>
        <a:p>
          <a:r>
            <a:rPr lang="en-IN" b="1" dirty="0"/>
            <a:t>Low-light conditions</a:t>
          </a:r>
          <a:endParaRPr lang="en-US" b="1" dirty="0"/>
        </a:p>
      </dgm:t>
    </dgm:pt>
    <dgm:pt modelId="{25859529-824B-436A-9930-DE1D8BAEF825}" type="parTrans" cxnId="{436425C7-74AD-45DA-9D2F-4450EEC8121F}">
      <dgm:prSet/>
      <dgm:spPr/>
      <dgm:t>
        <a:bodyPr/>
        <a:lstStyle/>
        <a:p>
          <a:endParaRPr lang="en-US"/>
        </a:p>
      </dgm:t>
    </dgm:pt>
    <dgm:pt modelId="{A1705E02-C8BF-46FE-98CA-AD01EB7E58BE}" type="sibTrans" cxnId="{436425C7-74AD-45DA-9D2F-4450EEC8121F}">
      <dgm:prSet/>
      <dgm:spPr/>
      <dgm:t>
        <a:bodyPr/>
        <a:lstStyle/>
        <a:p>
          <a:endParaRPr lang="en-US"/>
        </a:p>
      </dgm:t>
    </dgm:pt>
    <dgm:pt modelId="{A8D3FE55-C39D-41C7-B358-0E02BF473762}">
      <dgm:prSet/>
      <dgm:spPr/>
      <dgm:t>
        <a:bodyPr/>
        <a:lstStyle/>
        <a:p>
          <a:r>
            <a:rPr lang="en-IN"/>
            <a:t>Smart </a:t>
          </a:r>
          <a:r>
            <a:rPr lang="en-IN" dirty="0"/>
            <a:t>image enhancement</a:t>
          </a:r>
          <a:endParaRPr lang="en-US" dirty="0"/>
        </a:p>
      </dgm:t>
    </dgm:pt>
    <dgm:pt modelId="{3BE33826-FA4A-42F0-928B-994713BE903E}" type="parTrans" cxnId="{293982DE-A044-4CE3-93C1-6AAC81C6E0D1}">
      <dgm:prSet/>
      <dgm:spPr/>
      <dgm:t>
        <a:bodyPr/>
        <a:lstStyle/>
        <a:p>
          <a:endParaRPr lang="en-US"/>
        </a:p>
      </dgm:t>
    </dgm:pt>
    <dgm:pt modelId="{173FE14C-FA46-43DB-9E7D-02D899ED92EF}" type="sibTrans" cxnId="{293982DE-A044-4CE3-93C1-6AAC81C6E0D1}">
      <dgm:prSet/>
      <dgm:spPr/>
      <dgm:t>
        <a:bodyPr/>
        <a:lstStyle/>
        <a:p>
          <a:endParaRPr lang="en-US"/>
        </a:p>
      </dgm:t>
    </dgm:pt>
    <dgm:pt modelId="{E085B244-FBAF-4287-A11D-64D20B9D3FC5}" type="pres">
      <dgm:prSet presAssocID="{B9390528-59EC-4430-9BAC-5F4A85EBBE49}" presName="Name0" presStyleCnt="0">
        <dgm:presLayoutVars>
          <dgm:dir/>
          <dgm:animLvl val="lvl"/>
          <dgm:resizeHandles val="exact"/>
        </dgm:presLayoutVars>
      </dgm:prSet>
      <dgm:spPr/>
    </dgm:pt>
    <dgm:pt modelId="{A4C4E410-2161-419A-A496-BE705ADB84C5}" type="pres">
      <dgm:prSet presAssocID="{A1C75B35-8302-48C5-ADF6-AA00F12C0009}" presName="linNode" presStyleCnt="0"/>
      <dgm:spPr/>
    </dgm:pt>
    <dgm:pt modelId="{54A4085A-A1C5-4C99-A3EA-818F76EA0A68}" type="pres">
      <dgm:prSet presAssocID="{A1C75B35-8302-48C5-ADF6-AA00F12C0009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106FF57-ED3B-4FF1-A561-9A8738337BDC}" type="pres">
      <dgm:prSet presAssocID="{A1C75B35-8302-48C5-ADF6-AA00F12C0009}" presName="descendantText" presStyleLbl="alignAccFollowNode1" presStyleIdx="0" presStyleCnt="3">
        <dgm:presLayoutVars>
          <dgm:bulletEnabled val="1"/>
        </dgm:presLayoutVars>
      </dgm:prSet>
      <dgm:spPr/>
    </dgm:pt>
    <dgm:pt modelId="{43DB2E06-731F-434F-890D-2A6B296E535C}" type="pres">
      <dgm:prSet presAssocID="{4C547BFA-9762-4D32-8E18-44E5F72443E8}" presName="sp" presStyleCnt="0"/>
      <dgm:spPr/>
    </dgm:pt>
    <dgm:pt modelId="{F9551EE3-7E9D-4902-9FCC-35B460D7A467}" type="pres">
      <dgm:prSet presAssocID="{4CF24B67-AFB7-4598-BFFC-0A0B346EA695}" presName="linNode" presStyleCnt="0"/>
      <dgm:spPr/>
    </dgm:pt>
    <dgm:pt modelId="{0AE7B4AE-3565-4014-ACAB-85E41379E1A2}" type="pres">
      <dgm:prSet presAssocID="{4CF24B67-AFB7-4598-BFFC-0A0B346EA69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84FDC4C9-DB1D-49E4-8743-5A9539D0B29E}" type="pres">
      <dgm:prSet presAssocID="{4CF24B67-AFB7-4598-BFFC-0A0B346EA695}" presName="descendantText" presStyleLbl="alignAccFollowNode1" presStyleIdx="1" presStyleCnt="3">
        <dgm:presLayoutVars>
          <dgm:bulletEnabled val="1"/>
        </dgm:presLayoutVars>
      </dgm:prSet>
      <dgm:spPr/>
    </dgm:pt>
    <dgm:pt modelId="{E45EF71A-7ED7-4CFB-B7CD-E8D5E27E4991}" type="pres">
      <dgm:prSet presAssocID="{44E71396-52B5-40C4-A936-E7CF826267E2}" presName="sp" presStyleCnt="0"/>
      <dgm:spPr/>
    </dgm:pt>
    <dgm:pt modelId="{93A61BB1-1983-4A33-8777-8CB68C96B288}" type="pres">
      <dgm:prSet presAssocID="{9B54E144-3913-4EA6-8A5C-692E4D621702}" presName="linNode" presStyleCnt="0"/>
      <dgm:spPr/>
    </dgm:pt>
    <dgm:pt modelId="{C53E8588-2A3E-4140-AE32-803526342B08}" type="pres">
      <dgm:prSet presAssocID="{9B54E144-3913-4EA6-8A5C-692E4D621702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CAD228F7-6CA1-4C2D-82CE-03AF6E988CC0}" type="pres">
      <dgm:prSet presAssocID="{9B54E144-3913-4EA6-8A5C-692E4D621702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AE3D3104-1C5B-48B8-826C-E909ECF21160}" type="presOf" srcId="{A1C75B35-8302-48C5-ADF6-AA00F12C0009}" destId="{54A4085A-A1C5-4C99-A3EA-818F76EA0A68}" srcOrd="0" destOrd="0" presId="urn:microsoft.com/office/officeart/2005/8/layout/vList5"/>
    <dgm:cxn modelId="{16C6E81E-C99F-460A-901C-762C602E61B4}" srcId="{A1C75B35-8302-48C5-ADF6-AA00F12C0009}" destId="{78DD6B57-6D89-4E92-ACD4-BACBC1528E30}" srcOrd="0" destOrd="0" parTransId="{CEDA2714-040D-4ACE-9C27-D6EA5AB5DCBB}" sibTransId="{5E10F647-E476-4E99-AAD3-B818D054E188}"/>
    <dgm:cxn modelId="{254F9A23-93F1-4152-94B0-32F1D7802742}" srcId="{B9390528-59EC-4430-9BAC-5F4A85EBBE49}" destId="{A1C75B35-8302-48C5-ADF6-AA00F12C0009}" srcOrd="0" destOrd="0" parTransId="{222A3AE7-7405-46A6-8FE0-5570C2A0BCDD}" sibTransId="{4C547BFA-9762-4D32-8E18-44E5F72443E8}"/>
    <dgm:cxn modelId="{6E0FAE3F-9C4C-4C9F-97E1-C101AC703728}" type="presOf" srcId="{4CF24B67-AFB7-4598-BFFC-0A0B346EA695}" destId="{0AE7B4AE-3565-4014-ACAB-85E41379E1A2}" srcOrd="0" destOrd="0" presId="urn:microsoft.com/office/officeart/2005/8/layout/vList5"/>
    <dgm:cxn modelId="{D18C045C-63C3-4F6E-969E-CD1CC0D5649D}" type="presOf" srcId="{9B54E144-3913-4EA6-8A5C-692E4D621702}" destId="{C53E8588-2A3E-4140-AE32-803526342B08}" srcOrd="0" destOrd="0" presId="urn:microsoft.com/office/officeart/2005/8/layout/vList5"/>
    <dgm:cxn modelId="{BC8AD083-795F-44C8-9EAB-41A6100BBC05}" type="presOf" srcId="{29D61858-B995-40F8-BB84-047FA0348F25}" destId="{84FDC4C9-DB1D-49E4-8743-5A9539D0B29E}" srcOrd="0" destOrd="0" presId="urn:microsoft.com/office/officeart/2005/8/layout/vList5"/>
    <dgm:cxn modelId="{9695D28B-D8B6-445E-AEE7-52F66D05CD30}" srcId="{4CF24B67-AFB7-4598-BFFC-0A0B346EA695}" destId="{29D61858-B995-40F8-BB84-047FA0348F25}" srcOrd="0" destOrd="0" parTransId="{F4E66FA5-7E84-4E32-880A-CCCE4617E603}" sibTransId="{819B72C4-A19B-4FB5-8C81-49658E246986}"/>
    <dgm:cxn modelId="{3C1DBC8F-8E91-4C59-9E3A-1D253416863C}" srcId="{B9390528-59EC-4430-9BAC-5F4A85EBBE49}" destId="{4CF24B67-AFB7-4598-BFFC-0A0B346EA695}" srcOrd="1" destOrd="0" parTransId="{E52CE9D2-A846-4767-A162-730EB3691144}" sibTransId="{44E71396-52B5-40C4-A936-E7CF826267E2}"/>
    <dgm:cxn modelId="{29A2E7BF-BED7-47D5-91A7-26DD627D567E}" type="presOf" srcId="{78DD6B57-6D89-4E92-ACD4-BACBC1528E30}" destId="{D106FF57-ED3B-4FF1-A561-9A8738337BDC}" srcOrd="0" destOrd="0" presId="urn:microsoft.com/office/officeart/2005/8/layout/vList5"/>
    <dgm:cxn modelId="{436425C7-74AD-45DA-9D2F-4450EEC8121F}" srcId="{B9390528-59EC-4430-9BAC-5F4A85EBBE49}" destId="{9B54E144-3913-4EA6-8A5C-692E4D621702}" srcOrd="2" destOrd="0" parTransId="{25859529-824B-436A-9930-DE1D8BAEF825}" sibTransId="{A1705E02-C8BF-46FE-98CA-AD01EB7E58BE}"/>
    <dgm:cxn modelId="{FF5E8BCC-F1F2-46EB-AB54-218EFDAB8055}" type="presOf" srcId="{A8D3FE55-C39D-41C7-B358-0E02BF473762}" destId="{CAD228F7-6CA1-4C2D-82CE-03AF6E988CC0}" srcOrd="0" destOrd="0" presId="urn:microsoft.com/office/officeart/2005/8/layout/vList5"/>
    <dgm:cxn modelId="{293982DE-A044-4CE3-93C1-6AAC81C6E0D1}" srcId="{9B54E144-3913-4EA6-8A5C-692E4D621702}" destId="{A8D3FE55-C39D-41C7-B358-0E02BF473762}" srcOrd="0" destOrd="0" parTransId="{3BE33826-FA4A-42F0-928B-994713BE903E}" sibTransId="{173FE14C-FA46-43DB-9E7D-02D899ED92EF}"/>
    <dgm:cxn modelId="{5BE789E0-47BB-4BF6-B4DC-046DE995C2CE}" type="presOf" srcId="{B9390528-59EC-4430-9BAC-5F4A85EBBE49}" destId="{E085B244-FBAF-4287-A11D-64D20B9D3FC5}" srcOrd="0" destOrd="0" presId="urn:microsoft.com/office/officeart/2005/8/layout/vList5"/>
    <dgm:cxn modelId="{20BF8A26-6004-4522-9BC1-EAB6C842D854}" type="presParOf" srcId="{E085B244-FBAF-4287-A11D-64D20B9D3FC5}" destId="{A4C4E410-2161-419A-A496-BE705ADB84C5}" srcOrd="0" destOrd="0" presId="urn:microsoft.com/office/officeart/2005/8/layout/vList5"/>
    <dgm:cxn modelId="{E8023ADF-48CE-4D39-8249-342FDA436179}" type="presParOf" srcId="{A4C4E410-2161-419A-A496-BE705ADB84C5}" destId="{54A4085A-A1C5-4C99-A3EA-818F76EA0A68}" srcOrd="0" destOrd="0" presId="urn:microsoft.com/office/officeart/2005/8/layout/vList5"/>
    <dgm:cxn modelId="{4CF867C6-1328-4BF0-B348-4FE9CB748168}" type="presParOf" srcId="{A4C4E410-2161-419A-A496-BE705ADB84C5}" destId="{D106FF57-ED3B-4FF1-A561-9A8738337BDC}" srcOrd="1" destOrd="0" presId="urn:microsoft.com/office/officeart/2005/8/layout/vList5"/>
    <dgm:cxn modelId="{FC981B9E-96E8-41CA-B2F0-84C3D3C840B8}" type="presParOf" srcId="{E085B244-FBAF-4287-A11D-64D20B9D3FC5}" destId="{43DB2E06-731F-434F-890D-2A6B296E535C}" srcOrd="1" destOrd="0" presId="urn:microsoft.com/office/officeart/2005/8/layout/vList5"/>
    <dgm:cxn modelId="{FEC02459-47C0-43C8-AA2E-E459D28FFA5D}" type="presParOf" srcId="{E085B244-FBAF-4287-A11D-64D20B9D3FC5}" destId="{F9551EE3-7E9D-4902-9FCC-35B460D7A467}" srcOrd="2" destOrd="0" presId="urn:microsoft.com/office/officeart/2005/8/layout/vList5"/>
    <dgm:cxn modelId="{FC26060F-A97E-443C-869D-43AFA96BE384}" type="presParOf" srcId="{F9551EE3-7E9D-4902-9FCC-35B460D7A467}" destId="{0AE7B4AE-3565-4014-ACAB-85E41379E1A2}" srcOrd="0" destOrd="0" presId="urn:microsoft.com/office/officeart/2005/8/layout/vList5"/>
    <dgm:cxn modelId="{3A9A98A2-B98E-43D4-B588-E8DE3DD9B662}" type="presParOf" srcId="{F9551EE3-7E9D-4902-9FCC-35B460D7A467}" destId="{84FDC4C9-DB1D-49E4-8743-5A9539D0B29E}" srcOrd="1" destOrd="0" presId="urn:microsoft.com/office/officeart/2005/8/layout/vList5"/>
    <dgm:cxn modelId="{A7659A0B-278B-4399-A39A-5A74DDEF8E9A}" type="presParOf" srcId="{E085B244-FBAF-4287-A11D-64D20B9D3FC5}" destId="{E45EF71A-7ED7-4CFB-B7CD-E8D5E27E4991}" srcOrd="3" destOrd="0" presId="urn:microsoft.com/office/officeart/2005/8/layout/vList5"/>
    <dgm:cxn modelId="{AC39B59C-8341-4B8C-A598-8A19A243F684}" type="presParOf" srcId="{E085B244-FBAF-4287-A11D-64D20B9D3FC5}" destId="{93A61BB1-1983-4A33-8777-8CB68C96B288}" srcOrd="4" destOrd="0" presId="urn:microsoft.com/office/officeart/2005/8/layout/vList5"/>
    <dgm:cxn modelId="{9AA1EA15-9A92-447C-AF6B-083966A94AB8}" type="presParOf" srcId="{93A61BB1-1983-4A33-8777-8CB68C96B288}" destId="{C53E8588-2A3E-4140-AE32-803526342B08}" srcOrd="0" destOrd="0" presId="urn:microsoft.com/office/officeart/2005/8/layout/vList5"/>
    <dgm:cxn modelId="{9F4DEB04-E415-4655-8806-04BAA55F4F4A}" type="presParOf" srcId="{93A61BB1-1983-4A33-8777-8CB68C96B288}" destId="{CAD228F7-6CA1-4C2D-82CE-03AF6E988CC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85A737E-B19B-4E91-9D73-F79E02BF700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B316B21-B67B-42F0-A5FD-860269C038BC}">
      <dgm:prSet/>
      <dgm:spPr/>
      <dgm:t>
        <a:bodyPr/>
        <a:lstStyle/>
        <a:p>
          <a:r>
            <a:rPr lang="en-US"/>
            <a:t>AllerScan addresses a critical need in Canadian food safety</a:t>
          </a:r>
        </a:p>
      </dgm:t>
    </dgm:pt>
    <dgm:pt modelId="{FB6B3B78-4499-48E7-8EDF-30387038A1DB}" type="parTrans" cxnId="{A97C4B14-A768-4DD4-86EA-A3DD16408F74}">
      <dgm:prSet/>
      <dgm:spPr/>
      <dgm:t>
        <a:bodyPr/>
        <a:lstStyle/>
        <a:p>
          <a:endParaRPr lang="en-US"/>
        </a:p>
      </dgm:t>
    </dgm:pt>
    <dgm:pt modelId="{4DBAD71B-A553-4A78-8094-64FAA8AC0A04}" type="sibTrans" cxnId="{A97C4B14-A768-4DD4-86EA-A3DD16408F74}">
      <dgm:prSet/>
      <dgm:spPr/>
      <dgm:t>
        <a:bodyPr/>
        <a:lstStyle/>
        <a:p>
          <a:endParaRPr lang="en-US"/>
        </a:p>
      </dgm:t>
    </dgm:pt>
    <dgm:pt modelId="{9A84AB80-38D6-4279-A551-EF56AB907CB8}">
      <dgm:prSet/>
      <dgm:spPr/>
      <dgm:t>
        <a:bodyPr/>
        <a:lstStyle/>
        <a:p>
          <a:r>
            <a:rPr lang="en-US"/>
            <a:t>Combines cutting-edge technology with practical utility</a:t>
          </a:r>
        </a:p>
      </dgm:t>
    </dgm:pt>
    <dgm:pt modelId="{A6650B26-0605-4DD4-9151-2E970B9C1B14}" type="parTrans" cxnId="{8822B651-0A3B-4A77-8365-9C8A96F911CD}">
      <dgm:prSet/>
      <dgm:spPr/>
      <dgm:t>
        <a:bodyPr/>
        <a:lstStyle/>
        <a:p>
          <a:endParaRPr lang="en-US"/>
        </a:p>
      </dgm:t>
    </dgm:pt>
    <dgm:pt modelId="{514A5981-B583-4380-91C4-CA34C2C083A1}" type="sibTrans" cxnId="{8822B651-0A3B-4A77-8365-9C8A96F911CD}">
      <dgm:prSet/>
      <dgm:spPr/>
      <dgm:t>
        <a:bodyPr/>
        <a:lstStyle/>
        <a:p>
          <a:endParaRPr lang="en-US"/>
        </a:p>
      </dgm:t>
    </dgm:pt>
    <dgm:pt modelId="{3522D991-5799-415C-BA1F-052674F803D4}">
      <dgm:prSet/>
      <dgm:spPr/>
      <dgm:t>
        <a:bodyPr/>
        <a:lstStyle/>
        <a:p>
          <a:r>
            <a:rPr lang="en-US"/>
            <a:t>Has the potential to improve lives of millions of Canadians</a:t>
          </a:r>
        </a:p>
      </dgm:t>
    </dgm:pt>
    <dgm:pt modelId="{349AD8EB-0416-480A-894C-DB55E48E67AB}" type="parTrans" cxnId="{78D840FC-3742-4A1F-814D-C0B3E2DAC781}">
      <dgm:prSet/>
      <dgm:spPr/>
      <dgm:t>
        <a:bodyPr/>
        <a:lstStyle/>
        <a:p>
          <a:endParaRPr lang="en-US"/>
        </a:p>
      </dgm:t>
    </dgm:pt>
    <dgm:pt modelId="{A493E4AB-A20B-4329-BB3A-6B9C6DE6B1B0}" type="sibTrans" cxnId="{78D840FC-3742-4A1F-814D-C0B3E2DAC781}">
      <dgm:prSet/>
      <dgm:spPr/>
      <dgm:t>
        <a:bodyPr/>
        <a:lstStyle/>
        <a:p>
          <a:endParaRPr lang="en-US"/>
        </a:p>
      </dgm:t>
    </dgm:pt>
    <dgm:pt modelId="{6E3E89EF-F3A8-4ADE-B6A4-C7673CFB8FC6}">
      <dgm:prSet/>
      <dgm:spPr/>
      <dgm:t>
        <a:bodyPr/>
        <a:lstStyle/>
        <a:p>
          <a:r>
            <a:rPr lang="en-US"/>
            <a:t>Strong foundation for future development</a:t>
          </a:r>
        </a:p>
      </dgm:t>
    </dgm:pt>
    <dgm:pt modelId="{B64F48BB-B6BF-4F5E-9E0B-2F5E2DC635C3}" type="parTrans" cxnId="{1D09D2C8-3FB5-4FB4-B12F-44532725CF0C}">
      <dgm:prSet/>
      <dgm:spPr/>
      <dgm:t>
        <a:bodyPr/>
        <a:lstStyle/>
        <a:p>
          <a:endParaRPr lang="en-US"/>
        </a:p>
      </dgm:t>
    </dgm:pt>
    <dgm:pt modelId="{FEC4259C-FEBD-40F7-BFFD-122400C81063}" type="sibTrans" cxnId="{1D09D2C8-3FB5-4FB4-B12F-44532725CF0C}">
      <dgm:prSet/>
      <dgm:spPr/>
      <dgm:t>
        <a:bodyPr/>
        <a:lstStyle/>
        <a:p>
          <a:endParaRPr lang="en-US"/>
        </a:p>
      </dgm:t>
    </dgm:pt>
    <dgm:pt modelId="{5AB4BB8F-B154-40B3-926A-D16F11DC8FC3}" type="pres">
      <dgm:prSet presAssocID="{085A737E-B19B-4E91-9D73-F79E02BF700D}" presName="root" presStyleCnt="0">
        <dgm:presLayoutVars>
          <dgm:dir/>
          <dgm:resizeHandles val="exact"/>
        </dgm:presLayoutVars>
      </dgm:prSet>
      <dgm:spPr/>
    </dgm:pt>
    <dgm:pt modelId="{CECEE316-F921-485E-B235-229C83F9FF1C}" type="pres">
      <dgm:prSet presAssocID="{085A737E-B19B-4E91-9D73-F79E02BF700D}" presName="container" presStyleCnt="0">
        <dgm:presLayoutVars>
          <dgm:dir/>
          <dgm:resizeHandles val="exact"/>
        </dgm:presLayoutVars>
      </dgm:prSet>
      <dgm:spPr/>
    </dgm:pt>
    <dgm:pt modelId="{48A942C2-B8EA-4945-A374-9A199F2CE8D0}" type="pres">
      <dgm:prSet presAssocID="{CB316B21-B67B-42F0-A5FD-860269C038BC}" presName="compNode" presStyleCnt="0"/>
      <dgm:spPr/>
    </dgm:pt>
    <dgm:pt modelId="{481A5484-E509-4661-93F7-9F9CA2F60B2B}" type="pres">
      <dgm:prSet presAssocID="{CB316B21-B67B-42F0-A5FD-860269C038BC}" presName="iconBgRect" presStyleLbl="bgShp" presStyleIdx="0" presStyleCnt="4"/>
      <dgm:spPr/>
    </dgm:pt>
    <dgm:pt modelId="{7E31CE68-CB62-4E84-8667-7FF85FE8E9E8}" type="pres">
      <dgm:prSet presAssocID="{CB316B21-B67B-42F0-A5FD-860269C038BC}" presName="iconRect" presStyleLbl="node1" presStyleIdx="0" presStyleCnt="4"/>
      <dgm:spPr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</dgm:spPr>
    </dgm:pt>
    <dgm:pt modelId="{C525F076-3C1B-4996-B982-EC9F13E616CD}" type="pres">
      <dgm:prSet presAssocID="{CB316B21-B67B-42F0-A5FD-860269C038BC}" presName="spaceRect" presStyleCnt="0"/>
      <dgm:spPr/>
    </dgm:pt>
    <dgm:pt modelId="{F6F54826-99AE-4832-909F-19A55C00A84C}" type="pres">
      <dgm:prSet presAssocID="{CB316B21-B67B-42F0-A5FD-860269C038BC}" presName="textRect" presStyleLbl="revTx" presStyleIdx="0" presStyleCnt="4">
        <dgm:presLayoutVars>
          <dgm:chMax val="1"/>
          <dgm:chPref val="1"/>
        </dgm:presLayoutVars>
      </dgm:prSet>
      <dgm:spPr/>
    </dgm:pt>
    <dgm:pt modelId="{78959576-A3FC-4A62-A86C-C74C60E0700B}" type="pres">
      <dgm:prSet presAssocID="{4DBAD71B-A553-4A78-8094-64FAA8AC0A04}" presName="sibTrans" presStyleLbl="sibTrans2D1" presStyleIdx="0" presStyleCnt="0"/>
      <dgm:spPr/>
    </dgm:pt>
    <dgm:pt modelId="{2BC2554E-944A-4B86-928D-FE89B71F66CE}" type="pres">
      <dgm:prSet presAssocID="{9A84AB80-38D6-4279-A551-EF56AB907CB8}" presName="compNode" presStyleCnt="0"/>
      <dgm:spPr/>
    </dgm:pt>
    <dgm:pt modelId="{B278AC37-9054-4948-93E4-2109ADA9C1BA}" type="pres">
      <dgm:prSet presAssocID="{9A84AB80-38D6-4279-A551-EF56AB907CB8}" presName="iconBgRect" presStyleLbl="bgShp" presStyleIdx="1" presStyleCnt="4"/>
      <dgm:spPr/>
    </dgm:pt>
    <dgm:pt modelId="{14584770-5291-4CE5-BC6D-7030806DAB59}" type="pres">
      <dgm:prSet presAssocID="{9A84AB80-38D6-4279-A551-EF56AB907CB8}" presName="iconRect" presStyleLbl="node1" presStyleIdx="1" presStyleCnt="4"/>
      <dgm:spPr>
        <a:blipFill>
          <a:blip xmlns:r="http://schemas.openxmlformats.org/officeDocument/2006/relationships" r:embed="rId2"/>
          <a:srcRect/>
          <a:stretch>
            <a:fillRect/>
          </a:stretch>
        </a:blipFill>
        <a:ln>
          <a:noFill/>
        </a:ln>
      </dgm:spPr>
    </dgm:pt>
    <dgm:pt modelId="{3AE1BB55-DE80-41AF-B8A0-CE33BF603891}" type="pres">
      <dgm:prSet presAssocID="{9A84AB80-38D6-4279-A551-EF56AB907CB8}" presName="spaceRect" presStyleCnt="0"/>
      <dgm:spPr/>
    </dgm:pt>
    <dgm:pt modelId="{15FE1419-8260-41AF-834C-A33D0A50AECB}" type="pres">
      <dgm:prSet presAssocID="{9A84AB80-38D6-4279-A551-EF56AB907CB8}" presName="textRect" presStyleLbl="revTx" presStyleIdx="1" presStyleCnt="4">
        <dgm:presLayoutVars>
          <dgm:chMax val="1"/>
          <dgm:chPref val="1"/>
        </dgm:presLayoutVars>
      </dgm:prSet>
      <dgm:spPr/>
    </dgm:pt>
    <dgm:pt modelId="{490ABEE2-1188-4305-ACD2-F767BE1DE97E}" type="pres">
      <dgm:prSet presAssocID="{514A5981-B583-4380-91C4-CA34C2C083A1}" presName="sibTrans" presStyleLbl="sibTrans2D1" presStyleIdx="0" presStyleCnt="0"/>
      <dgm:spPr/>
    </dgm:pt>
    <dgm:pt modelId="{FDD53F48-A39C-4FF3-B994-562722996DDA}" type="pres">
      <dgm:prSet presAssocID="{3522D991-5799-415C-BA1F-052674F803D4}" presName="compNode" presStyleCnt="0"/>
      <dgm:spPr/>
    </dgm:pt>
    <dgm:pt modelId="{5146DC92-545E-4E51-B5D4-68C86DDA2633}" type="pres">
      <dgm:prSet presAssocID="{3522D991-5799-415C-BA1F-052674F803D4}" presName="iconBgRect" presStyleLbl="bgShp" presStyleIdx="2" presStyleCnt="4"/>
      <dgm:spPr/>
    </dgm:pt>
    <dgm:pt modelId="{755F9326-4BF7-4D94-A1DF-137159A71041}" type="pres">
      <dgm:prSet presAssocID="{3522D991-5799-415C-BA1F-052674F803D4}" presName="iconRect" presStyleLbl="node1" presStyleIdx="2" presStyleCnt="4"/>
      <dgm:spPr>
        <a:blipFill>
          <a:blip xmlns:r="http://schemas.openxmlformats.org/officeDocument/2006/relationships" r:embed="rId3"/>
          <a:srcRect/>
          <a:stretch>
            <a:fillRect/>
          </a:stretch>
        </a:blipFill>
        <a:ln>
          <a:noFill/>
        </a:ln>
      </dgm:spPr>
    </dgm:pt>
    <dgm:pt modelId="{C32B55AD-FAAE-4D22-AB3E-B671B345090D}" type="pres">
      <dgm:prSet presAssocID="{3522D991-5799-415C-BA1F-052674F803D4}" presName="spaceRect" presStyleCnt="0"/>
      <dgm:spPr/>
    </dgm:pt>
    <dgm:pt modelId="{F3FB54E9-E757-458E-91DE-D4F687D819C5}" type="pres">
      <dgm:prSet presAssocID="{3522D991-5799-415C-BA1F-052674F803D4}" presName="textRect" presStyleLbl="revTx" presStyleIdx="2" presStyleCnt="4">
        <dgm:presLayoutVars>
          <dgm:chMax val="1"/>
          <dgm:chPref val="1"/>
        </dgm:presLayoutVars>
      </dgm:prSet>
      <dgm:spPr/>
    </dgm:pt>
    <dgm:pt modelId="{4B25CD28-0C54-46DD-9E61-C1C0BA111F7A}" type="pres">
      <dgm:prSet presAssocID="{A493E4AB-A20B-4329-BB3A-6B9C6DE6B1B0}" presName="sibTrans" presStyleLbl="sibTrans2D1" presStyleIdx="0" presStyleCnt="0"/>
      <dgm:spPr/>
    </dgm:pt>
    <dgm:pt modelId="{BF4D33D9-7A64-4B92-8C73-2C78D1C98976}" type="pres">
      <dgm:prSet presAssocID="{6E3E89EF-F3A8-4ADE-B6A4-C7673CFB8FC6}" presName="compNode" presStyleCnt="0"/>
      <dgm:spPr/>
    </dgm:pt>
    <dgm:pt modelId="{B4B5ECB2-215E-4AD6-8783-0C0D8E87972C}" type="pres">
      <dgm:prSet presAssocID="{6E3E89EF-F3A8-4ADE-B6A4-C7673CFB8FC6}" presName="iconBgRect" presStyleLbl="bgShp" presStyleIdx="3" presStyleCnt="4"/>
      <dgm:spPr/>
    </dgm:pt>
    <dgm:pt modelId="{F19C5263-5D0F-41FD-B550-7C232DBF9780}" type="pres">
      <dgm:prSet presAssocID="{6E3E89EF-F3A8-4ADE-B6A4-C7673CFB8FC6}" presName="iconRect" presStyleLbl="node1" presStyleIdx="3" presStyleCnt="4"/>
      <dgm:spPr>
        <a:blipFill>
          <a:blip xmlns:r="http://schemas.openxmlformats.org/officeDocument/2006/relationships" r:embed="rId4"/>
          <a:srcRect/>
          <a:stretch>
            <a:fillRect/>
          </a:stretch>
        </a:blipFill>
        <a:ln>
          <a:noFill/>
        </a:ln>
      </dgm:spPr>
    </dgm:pt>
    <dgm:pt modelId="{3D7357A3-5BFF-46E3-A2D9-3A96C0068811}" type="pres">
      <dgm:prSet presAssocID="{6E3E89EF-F3A8-4ADE-B6A4-C7673CFB8FC6}" presName="spaceRect" presStyleCnt="0"/>
      <dgm:spPr/>
    </dgm:pt>
    <dgm:pt modelId="{47C39B37-373C-46A3-B5F3-72B1946E351F}" type="pres">
      <dgm:prSet presAssocID="{6E3E89EF-F3A8-4ADE-B6A4-C7673CFB8FC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97C4B14-A768-4DD4-86EA-A3DD16408F74}" srcId="{085A737E-B19B-4E91-9D73-F79E02BF700D}" destId="{CB316B21-B67B-42F0-A5FD-860269C038BC}" srcOrd="0" destOrd="0" parTransId="{FB6B3B78-4499-48E7-8EDF-30387038A1DB}" sibTransId="{4DBAD71B-A553-4A78-8094-64FAA8AC0A04}"/>
    <dgm:cxn modelId="{D1A19524-4CEB-4583-B2BD-8422D6EC5674}" type="presOf" srcId="{9A84AB80-38D6-4279-A551-EF56AB907CB8}" destId="{15FE1419-8260-41AF-834C-A33D0A50AECB}" srcOrd="0" destOrd="0" presId="urn:microsoft.com/office/officeart/2018/2/layout/IconCircleList"/>
    <dgm:cxn modelId="{E69E406A-2FC2-4D1C-849D-F6ABB10649D8}" type="presOf" srcId="{6E3E89EF-F3A8-4ADE-B6A4-C7673CFB8FC6}" destId="{47C39B37-373C-46A3-B5F3-72B1946E351F}" srcOrd="0" destOrd="0" presId="urn:microsoft.com/office/officeart/2018/2/layout/IconCircleList"/>
    <dgm:cxn modelId="{4AD8EE6A-1DDB-4AEF-BD6B-CF488A444EDF}" type="presOf" srcId="{085A737E-B19B-4E91-9D73-F79E02BF700D}" destId="{5AB4BB8F-B154-40B3-926A-D16F11DC8FC3}" srcOrd="0" destOrd="0" presId="urn:microsoft.com/office/officeart/2018/2/layout/IconCircleList"/>
    <dgm:cxn modelId="{8822B651-0A3B-4A77-8365-9C8A96F911CD}" srcId="{085A737E-B19B-4E91-9D73-F79E02BF700D}" destId="{9A84AB80-38D6-4279-A551-EF56AB907CB8}" srcOrd="1" destOrd="0" parTransId="{A6650B26-0605-4DD4-9151-2E970B9C1B14}" sibTransId="{514A5981-B583-4380-91C4-CA34C2C083A1}"/>
    <dgm:cxn modelId="{956D017D-AEDF-4C11-A252-D5673DDAE93D}" type="presOf" srcId="{3522D991-5799-415C-BA1F-052674F803D4}" destId="{F3FB54E9-E757-458E-91DE-D4F687D819C5}" srcOrd="0" destOrd="0" presId="urn:microsoft.com/office/officeart/2018/2/layout/IconCircleList"/>
    <dgm:cxn modelId="{8EA18588-5062-43F1-B4CC-21010A585111}" type="presOf" srcId="{A493E4AB-A20B-4329-BB3A-6B9C6DE6B1B0}" destId="{4B25CD28-0C54-46DD-9E61-C1C0BA111F7A}" srcOrd="0" destOrd="0" presId="urn:microsoft.com/office/officeart/2018/2/layout/IconCircleList"/>
    <dgm:cxn modelId="{B3ADB6AE-64B3-475B-848C-EB860D9F4610}" type="presOf" srcId="{CB316B21-B67B-42F0-A5FD-860269C038BC}" destId="{F6F54826-99AE-4832-909F-19A55C00A84C}" srcOrd="0" destOrd="0" presId="urn:microsoft.com/office/officeart/2018/2/layout/IconCircleList"/>
    <dgm:cxn modelId="{1D09D2C8-3FB5-4FB4-B12F-44532725CF0C}" srcId="{085A737E-B19B-4E91-9D73-F79E02BF700D}" destId="{6E3E89EF-F3A8-4ADE-B6A4-C7673CFB8FC6}" srcOrd="3" destOrd="0" parTransId="{B64F48BB-B6BF-4F5E-9E0B-2F5E2DC635C3}" sibTransId="{FEC4259C-FEBD-40F7-BFFD-122400C81063}"/>
    <dgm:cxn modelId="{63D20CF1-8C56-49F0-BFB5-CF68B442CD4E}" type="presOf" srcId="{514A5981-B583-4380-91C4-CA34C2C083A1}" destId="{490ABEE2-1188-4305-ACD2-F767BE1DE97E}" srcOrd="0" destOrd="0" presId="urn:microsoft.com/office/officeart/2018/2/layout/IconCircleList"/>
    <dgm:cxn modelId="{0947AFF1-D099-4FF9-881C-888273AEDEBC}" type="presOf" srcId="{4DBAD71B-A553-4A78-8094-64FAA8AC0A04}" destId="{78959576-A3FC-4A62-A86C-C74C60E0700B}" srcOrd="0" destOrd="0" presId="urn:microsoft.com/office/officeart/2018/2/layout/IconCircleList"/>
    <dgm:cxn modelId="{78D840FC-3742-4A1F-814D-C0B3E2DAC781}" srcId="{085A737E-B19B-4E91-9D73-F79E02BF700D}" destId="{3522D991-5799-415C-BA1F-052674F803D4}" srcOrd="2" destOrd="0" parTransId="{349AD8EB-0416-480A-894C-DB55E48E67AB}" sibTransId="{A493E4AB-A20B-4329-BB3A-6B9C6DE6B1B0}"/>
    <dgm:cxn modelId="{F50374CA-B145-416C-B362-7E49141448D7}" type="presParOf" srcId="{5AB4BB8F-B154-40B3-926A-D16F11DC8FC3}" destId="{CECEE316-F921-485E-B235-229C83F9FF1C}" srcOrd="0" destOrd="0" presId="urn:microsoft.com/office/officeart/2018/2/layout/IconCircleList"/>
    <dgm:cxn modelId="{EF0BA0C8-4BD1-45CE-8CC1-CAE15BBEFAC7}" type="presParOf" srcId="{CECEE316-F921-485E-B235-229C83F9FF1C}" destId="{48A942C2-B8EA-4945-A374-9A199F2CE8D0}" srcOrd="0" destOrd="0" presId="urn:microsoft.com/office/officeart/2018/2/layout/IconCircleList"/>
    <dgm:cxn modelId="{00300799-3971-460C-ACFC-81093CB14819}" type="presParOf" srcId="{48A942C2-B8EA-4945-A374-9A199F2CE8D0}" destId="{481A5484-E509-4661-93F7-9F9CA2F60B2B}" srcOrd="0" destOrd="0" presId="urn:microsoft.com/office/officeart/2018/2/layout/IconCircleList"/>
    <dgm:cxn modelId="{DA960487-49F0-4D63-A669-573B9CA36653}" type="presParOf" srcId="{48A942C2-B8EA-4945-A374-9A199F2CE8D0}" destId="{7E31CE68-CB62-4E84-8667-7FF85FE8E9E8}" srcOrd="1" destOrd="0" presId="urn:microsoft.com/office/officeart/2018/2/layout/IconCircleList"/>
    <dgm:cxn modelId="{19BB0C41-E038-4E38-80BD-62B5FEACFDAF}" type="presParOf" srcId="{48A942C2-B8EA-4945-A374-9A199F2CE8D0}" destId="{C525F076-3C1B-4996-B982-EC9F13E616CD}" srcOrd="2" destOrd="0" presId="urn:microsoft.com/office/officeart/2018/2/layout/IconCircleList"/>
    <dgm:cxn modelId="{2A741C9A-9C66-465E-90B5-FA9F698440C1}" type="presParOf" srcId="{48A942C2-B8EA-4945-A374-9A199F2CE8D0}" destId="{F6F54826-99AE-4832-909F-19A55C00A84C}" srcOrd="3" destOrd="0" presId="urn:microsoft.com/office/officeart/2018/2/layout/IconCircleList"/>
    <dgm:cxn modelId="{A1DD4F6B-7EC0-4B1C-A4BE-34A753923846}" type="presParOf" srcId="{CECEE316-F921-485E-B235-229C83F9FF1C}" destId="{78959576-A3FC-4A62-A86C-C74C60E0700B}" srcOrd="1" destOrd="0" presId="urn:microsoft.com/office/officeart/2018/2/layout/IconCircleList"/>
    <dgm:cxn modelId="{51460809-E5F6-4BD2-9203-143D99473F3D}" type="presParOf" srcId="{CECEE316-F921-485E-B235-229C83F9FF1C}" destId="{2BC2554E-944A-4B86-928D-FE89B71F66CE}" srcOrd="2" destOrd="0" presId="urn:microsoft.com/office/officeart/2018/2/layout/IconCircleList"/>
    <dgm:cxn modelId="{64C9828B-78A8-475B-94D2-D1DCF59FD326}" type="presParOf" srcId="{2BC2554E-944A-4B86-928D-FE89B71F66CE}" destId="{B278AC37-9054-4948-93E4-2109ADA9C1BA}" srcOrd="0" destOrd="0" presId="urn:microsoft.com/office/officeart/2018/2/layout/IconCircleList"/>
    <dgm:cxn modelId="{794A8BDC-625C-4BE1-95D3-337857116DBE}" type="presParOf" srcId="{2BC2554E-944A-4B86-928D-FE89B71F66CE}" destId="{14584770-5291-4CE5-BC6D-7030806DAB59}" srcOrd="1" destOrd="0" presId="urn:microsoft.com/office/officeart/2018/2/layout/IconCircleList"/>
    <dgm:cxn modelId="{2728303E-62D9-4AEC-A654-648881CDD64D}" type="presParOf" srcId="{2BC2554E-944A-4B86-928D-FE89B71F66CE}" destId="{3AE1BB55-DE80-41AF-B8A0-CE33BF603891}" srcOrd="2" destOrd="0" presId="urn:microsoft.com/office/officeart/2018/2/layout/IconCircleList"/>
    <dgm:cxn modelId="{932A760B-2CA3-40C5-9BFB-8FAE9AFB246A}" type="presParOf" srcId="{2BC2554E-944A-4B86-928D-FE89B71F66CE}" destId="{15FE1419-8260-41AF-834C-A33D0A50AECB}" srcOrd="3" destOrd="0" presId="urn:microsoft.com/office/officeart/2018/2/layout/IconCircleList"/>
    <dgm:cxn modelId="{4CC59F1A-BEC6-4E17-BC16-BD84666EF858}" type="presParOf" srcId="{CECEE316-F921-485E-B235-229C83F9FF1C}" destId="{490ABEE2-1188-4305-ACD2-F767BE1DE97E}" srcOrd="3" destOrd="0" presId="urn:microsoft.com/office/officeart/2018/2/layout/IconCircleList"/>
    <dgm:cxn modelId="{A064991C-3D81-4FB2-91C4-2ED0FA4060D2}" type="presParOf" srcId="{CECEE316-F921-485E-B235-229C83F9FF1C}" destId="{FDD53F48-A39C-4FF3-B994-562722996DDA}" srcOrd="4" destOrd="0" presId="urn:microsoft.com/office/officeart/2018/2/layout/IconCircleList"/>
    <dgm:cxn modelId="{17B2CA7E-61E9-49E3-89DF-890A9FADB97A}" type="presParOf" srcId="{FDD53F48-A39C-4FF3-B994-562722996DDA}" destId="{5146DC92-545E-4E51-B5D4-68C86DDA2633}" srcOrd="0" destOrd="0" presId="urn:microsoft.com/office/officeart/2018/2/layout/IconCircleList"/>
    <dgm:cxn modelId="{65DF1A23-E35D-4727-B856-AD525BEFB931}" type="presParOf" srcId="{FDD53F48-A39C-4FF3-B994-562722996DDA}" destId="{755F9326-4BF7-4D94-A1DF-137159A71041}" srcOrd="1" destOrd="0" presId="urn:microsoft.com/office/officeart/2018/2/layout/IconCircleList"/>
    <dgm:cxn modelId="{CDA3B6A2-7EC3-4B16-8206-2B59FDE095BF}" type="presParOf" srcId="{FDD53F48-A39C-4FF3-B994-562722996DDA}" destId="{C32B55AD-FAAE-4D22-AB3E-B671B345090D}" srcOrd="2" destOrd="0" presId="urn:microsoft.com/office/officeart/2018/2/layout/IconCircleList"/>
    <dgm:cxn modelId="{0F079CC4-362F-4242-8F6A-99858E1AD434}" type="presParOf" srcId="{FDD53F48-A39C-4FF3-B994-562722996DDA}" destId="{F3FB54E9-E757-458E-91DE-D4F687D819C5}" srcOrd="3" destOrd="0" presId="urn:microsoft.com/office/officeart/2018/2/layout/IconCircleList"/>
    <dgm:cxn modelId="{0E074D0F-6B5D-4564-BAB3-34D1FE52D804}" type="presParOf" srcId="{CECEE316-F921-485E-B235-229C83F9FF1C}" destId="{4B25CD28-0C54-46DD-9E61-C1C0BA111F7A}" srcOrd="5" destOrd="0" presId="urn:microsoft.com/office/officeart/2018/2/layout/IconCircleList"/>
    <dgm:cxn modelId="{26A73F2C-9AB0-4334-BDE9-BE770470F284}" type="presParOf" srcId="{CECEE316-F921-485E-B235-229C83F9FF1C}" destId="{BF4D33D9-7A64-4B92-8C73-2C78D1C98976}" srcOrd="6" destOrd="0" presId="urn:microsoft.com/office/officeart/2018/2/layout/IconCircleList"/>
    <dgm:cxn modelId="{CC7D4490-DC6A-4EB5-851F-9F9FD7C0D897}" type="presParOf" srcId="{BF4D33D9-7A64-4B92-8C73-2C78D1C98976}" destId="{B4B5ECB2-215E-4AD6-8783-0C0D8E87972C}" srcOrd="0" destOrd="0" presId="urn:microsoft.com/office/officeart/2018/2/layout/IconCircleList"/>
    <dgm:cxn modelId="{805E5E99-53F0-44E0-847F-16596F594FBF}" type="presParOf" srcId="{BF4D33D9-7A64-4B92-8C73-2C78D1C98976}" destId="{F19C5263-5D0F-41FD-B550-7C232DBF9780}" srcOrd="1" destOrd="0" presId="urn:microsoft.com/office/officeart/2018/2/layout/IconCircleList"/>
    <dgm:cxn modelId="{39B760A3-7E6D-43F4-926B-12D81A78C5F3}" type="presParOf" srcId="{BF4D33D9-7A64-4B92-8C73-2C78D1C98976}" destId="{3D7357A3-5BFF-46E3-A2D9-3A96C0068811}" srcOrd="2" destOrd="0" presId="urn:microsoft.com/office/officeart/2018/2/layout/IconCircleList"/>
    <dgm:cxn modelId="{7AF17461-D421-4D01-9AAA-BBBCFD00151E}" type="presParOf" srcId="{BF4D33D9-7A64-4B92-8C73-2C78D1C98976}" destId="{47C39B37-373C-46A3-B5F3-72B1946E351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CC3B7B6-F3D6-4DD1-83E7-3663922A2F3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EA3045-ADCC-442A-92B3-A7296110827F}">
      <dgm:prSet/>
      <dgm:spPr/>
      <dgm:t>
        <a:bodyPr/>
        <a:lstStyle/>
        <a:p>
          <a:r>
            <a:rPr lang="en-US" b="1"/>
            <a:t>Special Thanks</a:t>
          </a:r>
          <a:r>
            <a:rPr lang="en-US"/>
            <a:t>:</a:t>
          </a:r>
        </a:p>
      </dgm:t>
    </dgm:pt>
    <dgm:pt modelId="{FB8FAADF-0819-44D9-A039-0F7EB5F858FC}" type="parTrans" cxnId="{9EACF43C-1849-4398-99AB-E160C5962C40}">
      <dgm:prSet/>
      <dgm:spPr/>
      <dgm:t>
        <a:bodyPr/>
        <a:lstStyle/>
        <a:p>
          <a:endParaRPr lang="en-US"/>
        </a:p>
      </dgm:t>
    </dgm:pt>
    <dgm:pt modelId="{B1775829-86D0-47E6-AA7A-DD562518DE4C}" type="sibTrans" cxnId="{9EACF43C-1849-4398-99AB-E160C5962C40}">
      <dgm:prSet/>
      <dgm:spPr/>
      <dgm:t>
        <a:bodyPr/>
        <a:lstStyle/>
        <a:p>
          <a:endParaRPr lang="en-US"/>
        </a:p>
      </dgm:t>
    </dgm:pt>
    <dgm:pt modelId="{CA6670F4-DF5D-40D4-928A-8226F4C9D690}">
      <dgm:prSet/>
      <dgm:spPr/>
      <dgm:t>
        <a:bodyPr/>
        <a:lstStyle/>
        <a:p>
          <a:r>
            <a:rPr lang="en-US" dirty="0"/>
            <a:t>Dr. Lydia Bouzar-Benlabiod</a:t>
          </a:r>
        </a:p>
      </dgm:t>
    </dgm:pt>
    <dgm:pt modelId="{6A108F42-4C19-42F3-81D4-0CAECF574D27}" type="parTrans" cxnId="{3599BFEF-0C97-4309-B833-988CECAAA4D4}">
      <dgm:prSet/>
      <dgm:spPr/>
      <dgm:t>
        <a:bodyPr/>
        <a:lstStyle/>
        <a:p>
          <a:endParaRPr lang="en-US"/>
        </a:p>
      </dgm:t>
    </dgm:pt>
    <dgm:pt modelId="{C6DB3D5E-95A4-4622-A1A1-6B7B579AE254}" type="sibTrans" cxnId="{3599BFEF-0C97-4309-B833-988CECAAA4D4}">
      <dgm:prSet/>
      <dgm:spPr/>
      <dgm:t>
        <a:bodyPr/>
        <a:lstStyle/>
        <a:p>
          <a:endParaRPr lang="en-US"/>
        </a:p>
      </dgm:t>
    </dgm:pt>
    <dgm:pt modelId="{B7505C59-313F-493A-A892-070FE77A386C}">
      <dgm:prSet/>
      <dgm:spPr/>
      <dgm:t>
        <a:bodyPr/>
        <a:lstStyle/>
        <a:p>
          <a:r>
            <a:rPr lang="en-IN" b="1"/>
            <a:t>Questions?</a:t>
          </a:r>
          <a:endParaRPr lang="en-US"/>
        </a:p>
      </dgm:t>
    </dgm:pt>
    <dgm:pt modelId="{B32294AF-5C74-4E06-84CA-6D8AD308C35D}" type="parTrans" cxnId="{7DE1B1C7-331F-4266-841F-F459B2E3C394}">
      <dgm:prSet/>
      <dgm:spPr/>
      <dgm:t>
        <a:bodyPr/>
        <a:lstStyle/>
        <a:p>
          <a:endParaRPr lang="en-US"/>
        </a:p>
      </dgm:t>
    </dgm:pt>
    <dgm:pt modelId="{3E1AFE6C-0AD6-4312-872C-C0A213A515C4}" type="sibTrans" cxnId="{7DE1B1C7-331F-4266-841F-F459B2E3C394}">
      <dgm:prSet/>
      <dgm:spPr/>
      <dgm:t>
        <a:bodyPr/>
        <a:lstStyle/>
        <a:p>
          <a:endParaRPr lang="en-US"/>
        </a:p>
      </dgm:t>
    </dgm:pt>
    <dgm:pt modelId="{F9BF0745-CE77-4122-AFD9-547FE64CE66A}" type="pres">
      <dgm:prSet presAssocID="{BCC3B7B6-F3D6-4DD1-83E7-3663922A2F34}" presName="linear" presStyleCnt="0">
        <dgm:presLayoutVars>
          <dgm:dir/>
          <dgm:animLvl val="lvl"/>
          <dgm:resizeHandles val="exact"/>
        </dgm:presLayoutVars>
      </dgm:prSet>
      <dgm:spPr/>
    </dgm:pt>
    <dgm:pt modelId="{7F0F628D-F64A-4ECB-B95B-6391BB78099D}" type="pres">
      <dgm:prSet presAssocID="{18EA3045-ADCC-442A-92B3-A7296110827F}" presName="parentLin" presStyleCnt="0"/>
      <dgm:spPr/>
    </dgm:pt>
    <dgm:pt modelId="{4C918E96-DCB0-41DA-B5F6-7798DA21B816}" type="pres">
      <dgm:prSet presAssocID="{18EA3045-ADCC-442A-92B3-A7296110827F}" presName="parentLeftMargin" presStyleLbl="node1" presStyleIdx="0" presStyleCnt="2"/>
      <dgm:spPr/>
    </dgm:pt>
    <dgm:pt modelId="{730B1CCF-77B1-4AF7-B6D0-DF843DE0ED66}" type="pres">
      <dgm:prSet presAssocID="{18EA3045-ADCC-442A-92B3-A7296110827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B2C14EE-53FA-455F-BED3-54DA08424574}" type="pres">
      <dgm:prSet presAssocID="{18EA3045-ADCC-442A-92B3-A7296110827F}" presName="negativeSpace" presStyleCnt="0"/>
      <dgm:spPr/>
    </dgm:pt>
    <dgm:pt modelId="{298D3C82-2ECD-4E90-8CE7-3789A789C131}" type="pres">
      <dgm:prSet presAssocID="{18EA3045-ADCC-442A-92B3-A7296110827F}" presName="childText" presStyleLbl="conFgAcc1" presStyleIdx="0" presStyleCnt="2">
        <dgm:presLayoutVars>
          <dgm:bulletEnabled val="1"/>
        </dgm:presLayoutVars>
      </dgm:prSet>
      <dgm:spPr/>
    </dgm:pt>
    <dgm:pt modelId="{1F23943E-B0C8-4E5D-A494-BFA841525873}" type="pres">
      <dgm:prSet presAssocID="{B1775829-86D0-47E6-AA7A-DD562518DE4C}" presName="spaceBetweenRectangles" presStyleCnt="0"/>
      <dgm:spPr/>
    </dgm:pt>
    <dgm:pt modelId="{D2ACED00-628B-46D7-BF25-9E7E9924B58F}" type="pres">
      <dgm:prSet presAssocID="{B7505C59-313F-493A-A892-070FE77A386C}" presName="parentLin" presStyleCnt="0"/>
      <dgm:spPr/>
    </dgm:pt>
    <dgm:pt modelId="{D8C49943-C6B2-4FF0-92D4-82C91C934710}" type="pres">
      <dgm:prSet presAssocID="{B7505C59-313F-493A-A892-070FE77A386C}" presName="parentLeftMargin" presStyleLbl="node1" presStyleIdx="0" presStyleCnt="2"/>
      <dgm:spPr/>
    </dgm:pt>
    <dgm:pt modelId="{51114130-9923-41E4-B937-27A3C0009CBF}" type="pres">
      <dgm:prSet presAssocID="{B7505C59-313F-493A-A892-070FE77A386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2809CF1-1C54-433F-B67A-CF74338FC47C}" type="pres">
      <dgm:prSet presAssocID="{B7505C59-313F-493A-A892-070FE77A386C}" presName="negativeSpace" presStyleCnt="0"/>
      <dgm:spPr/>
    </dgm:pt>
    <dgm:pt modelId="{A5433AB3-158D-4088-9AE9-81EA0C235DCC}" type="pres">
      <dgm:prSet presAssocID="{B7505C59-313F-493A-A892-070FE77A386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EACF43C-1849-4398-99AB-E160C5962C40}" srcId="{BCC3B7B6-F3D6-4DD1-83E7-3663922A2F34}" destId="{18EA3045-ADCC-442A-92B3-A7296110827F}" srcOrd="0" destOrd="0" parTransId="{FB8FAADF-0819-44D9-A039-0F7EB5F858FC}" sibTransId="{B1775829-86D0-47E6-AA7A-DD562518DE4C}"/>
    <dgm:cxn modelId="{D575ACA7-A33C-4748-B741-0B9B2681A7E1}" type="presOf" srcId="{18EA3045-ADCC-442A-92B3-A7296110827F}" destId="{4C918E96-DCB0-41DA-B5F6-7798DA21B816}" srcOrd="0" destOrd="0" presId="urn:microsoft.com/office/officeart/2005/8/layout/list1"/>
    <dgm:cxn modelId="{5A6DF6AF-D6B0-4FDA-B652-3FD225655164}" type="presOf" srcId="{B7505C59-313F-493A-A892-070FE77A386C}" destId="{51114130-9923-41E4-B937-27A3C0009CBF}" srcOrd="1" destOrd="0" presId="urn:microsoft.com/office/officeart/2005/8/layout/list1"/>
    <dgm:cxn modelId="{D85D2FB4-B813-49E6-8715-09392CC2D0B6}" type="presOf" srcId="{BCC3B7B6-F3D6-4DD1-83E7-3663922A2F34}" destId="{F9BF0745-CE77-4122-AFD9-547FE64CE66A}" srcOrd="0" destOrd="0" presId="urn:microsoft.com/office/officeart/2005/8/layout/list1"/>
    <dgm:cxn modelId="{A800A3B7-E035-450C-8679-ACBA209ECDC0}" type="presOf" srcId="{18EA3045-ADCC-442A-92B3-A7296110827F}" destId="{730B1CCF-77B1-4AF7-B6D0-DF843DE0ED66}" srcOrd="1" destOrd="0" presId="urn:microsoft.com/office/officeart/2005/8/layout/list1"/>
    <dgm:cxn modelId="{808568BA-3E87-4A6D-AF1F-878C28FF451C}" type="presOf" srcId="{CA6670F4-DF5D-40D4-928A-8226F4C9D690}" destId="{298D3C82-2ECD-4E90-8CE7-3789A789C131}" srcOrd="0" destOrd="0" presId="urn:microsoft.com/office/officeart/2005/8/layout/list1"/>
    <dgm:cxn modelId="{7DE1B1C7-331F-4266-841F-F459B2E3C394}" srcId="{BCC3B7B6-F3D6-4DD1-83E7-3663922A2F34}" destId="{B7505C59-313F-493A-A892-070FE77A386C}" srcOrd="1" destOrd="0" parTransId="{B32294AF-5C74-4E06-84CA-6D8AD308C35D}" sibTransId="{3E1AFE6C-0AD6-4312-872C-C0A213A515C4}"/>
    <dgm:cxn modelId="{3599BFEF-0C97-4309-B833-988CECAAA4D4}" srcId="{18EA3045-ADCC-442A-92B3-A7296110827F}" destId="{CA6670F4-DF5D-40D4-928A-8226F4C9D690}" srcOrd="0" destOrd="0" parTransId="{6A108F42-4C19-42F3-81D4-0CAECF574D27}" sibTransId="{C6DB3D5E-95A4-4622-A1A1-6B7B579AE254}"/>
    <dgm:cxn modelId="{600336F1-E06B-4E57-BC7F-A60F99080C9D}" type="presOf" srcId="{B7505C59-313F-493A-A892-070FE77A386C}" destId="{D8C49943-C6B2-4FF0-92D4-82C91C934710}" srcOrd="0" destOrd="0" presId="urn:microsoft.com/office/officeart/2005/8/layout/list1"/>
    <dgm:cxn modelId="{6812A8BC-C7E6-4047-97F4-B4A1916C8192}" type="presParOf" srcId="{F9BF0745-CE77-4122-AFD9-547FE64CE66A}" destId="{7F0F628D-F64A-4ECB-B95B-6391BB78099D}" srcOrd="0" destOrd="0" presId="urn:microsoft.com/office/officeart/2005/8/layout/list1"/>
    <dgm:cxn modelId="{A919D2EC-084B-401C-9A45-A11D6CDCE517}" type="presParOf" srcId="{7F0F628D-F64A-4ECB-B95B-6391BB78099D}" destId="{4C918E96-DCB0-41DA-B5F6-7798DA21B816}" srcOrd="0" destOrd="0" presId="urn:microsoft.com/office/officeart/2005/8/layout/list1"/>
    <dgm:cxn modelId="{DB948BAC-4379-4D58-9403-CB128EEA0B3F}" type="presParOf" srcId="{7F0F628D-F64A-4ECB-B95B-6391BB78099D}" destId="{730B1CCF-77B1-4AF7-B6D0-DF843DE0ED66}" srcOrd="1" destOrd="0" presId="urn:microsoft.com/office/officeart/2005/8/layout/list1"/>
    <dgm:cxn modelId="{CA861410-62B0-4ED9-8243-921CBE70ADE9}" type="presParOf" srcId="{F9BF0745-CE77-4122-AFD9-547FE64CE66A}" destId="{BB2C14EE-53FA-455F-BED3-54DA08424574}" srcOrd="1" destOrd="0" presId="urn:microsoft.com/office/officeart/2005/8/layout/list1"/>
    <dgm:cxn modelId="{B13D11B0-CCB9-46D8-8ADB-1E30DCCEDA53}" type="presParOf" srcId="{F9BF0745-CE77-4122-AFD9-547FE64CE66A}" destId="{298D3C82-2ECD-4E90-8CE7-3789A789C131}" srcOrd="2" destOrd="0" presId="urn:microsoft.com/office/officeart/2005/8/layout/list1"/>
    <dgm:cxn modelId="{938CFB98-1DA6-4C3A-ACBA-7C5F79083A5D}" type="presParOf" srcId="{F9BF0745-CE77-4122-AFD9-547FE64CE66A}" destId="{1F23943E-B0C8-4E5D-A494-BFA841525873}" srcOrd="3" destOrd="0" presId="urn:microsoft.com/office/officeart/2005/8/layout/list1"/>
    <dgm:cxn modelId="{96D5368D-DA2F-48F9-A93D-D815F9EE20ED}" type="presParOf" srcId="{F9BF0745-CE77-4122-AFD9-547FE64CE66A}" destId="{D2ACED00-628B-46D7-BF25-9E7E9924B58F}" srcOrd="4" destOrd="0" presId="urn:microsoft.com/office/officeart/2005/8/layout/list1"/>
    <dgm:cxn modelId="{609ECDCA-2900-459A-8454-45149117F755}" type="presParOf" srcId="{D2ACED00-628B-46D7-BF25-9E7E9924B58F}" destId="{D8C49943-C6B2-4FF0-92D4-82C91C934710}" srcOrd="0" destOrd="0" presId="urn:microsoft.com/office/officeart/2005/8/layout/list1"/>
    <dgm:cxn modelId="{227D7947-B31D-4BB5-ABBE-665E63A55436}" type="presParOf" srcId="{D2ACED00-628B-46D7-BF25-9E7E9924B58F}" destId="{51114130-9923-41E4-B937-27A3C0009CBF}" srcOrd="1" destOrd="0" presId="urn:microsoft.com/office/officeart/2005/8/layout/list1"/>
    <dgm:cxn modelId="{0C15886E-0370-4E16-A438-31407D5718AD}" type="presParOf" srcId="{F9BF0745-CE77-4122-AFD9-547FE64CE66A}" destId="{02809CF1-1C54-433F-B67A-CF74338FC47C}" srcOrd="5" destOrd="0" presId="urn:microsoft.com/office/officeart/2005/8/layout/list1"/>
    <dgm:cxn modelId="{5E6DE5F5-608A-43B5-9513-4895D8DF52B9}" type="presParOf" srcId="{F9BF0745-CE77-4122-AFD9-547FE64CE66A}" destId="{A5433AB3-158D-4088-9AE9-81EA0C235DC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F29C82-5DB9-41C0-9A2F-66439094100F}">
      <dsp:nvSpPr>
        <dsp:cNvPr id="0" name=""/>
        <dsp:cNvSpPr/>
      </dsp:nvSpPr>
      <dsp:spPr>
        <a:xfrm>
          <a:off x="3367512" y="0"/>
          <a:ext cx="4192805" cy="419280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5E3E84-D7C5-4B95-812D-DE389303B72C}">
      <dsp:nvSpPr>
        <dsp:cNvPr id="0" name=""/>
        <dsp:cNvSpPr/>
      </dsp:nvSpPr>
      <dsp:spPr>
        <a:xfrm>
          <a:off x="3765828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2.6M+ Canadians have at least one food allergy</a:t>
          </a:r>
        </a:p>
      </dsp:txBody>
      <dsp:txXfrm>
        <a:off x="3845652" y="478140"/>
        <a:ext cx="1475545" cy="1475545"/>
      </dsp:txXfrm>
    </dsp:sp>
    <dsp:sp modelId="{F73DDB12-4ECC-4272-81E1-F6B51BC3F51C}">
      <dsp:nvSpPr>
        <dsp:cNvPr id="0" name=""/>
        <dsp:cNvSpPr/>
      </dsp:nvSpPr>
      <dsp:spPr>
        <a:xfrm>
          <a:off x="5526806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40% read food labels due to allergies/dietary restrictions</a:t>
          </a:r>
        </a:p>
      </dsp:txBody>
      <dsp:txXfrm>
        <a:off x="5606630" y="478140"/>
        <a:ext cx="1475545" cy="1475545"/>
      </dsp:txXfrm>
    </dsp:sp>
    <dsp:sp modelId="{601B00A0-337D-45AD-B821-A976B85B9733}">
      <dsp:nvSpPr>
        <dsp:cNvPr id="0" name=""/>
        <dsp:cNvSpPr/>
      </dsp:nvSpPr>
      <dsp:spPr>
        <a:xfrm>
          <a:off x="3765828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Bilingual labeling creates unique challenges</a:t>
          </a:r>
        </a:p>
      </dsp:txBody>
      <dsp:txXfrm>
        <a:off x="3845652" y="2239118"/>
        <a:ext cx="1475545" cy="1475545"/>
      </dsp:txXfrm>
    </dsp:sp>
    <dsp:sp modelId="{F84D0E7D-8178-419C-8A14-6A7E999B506E}">
      <dsp:nvSpPr>
        <dsp:cNvPr id="0" name=""/>
        <dsp:cNvSpPr/>
      </dsp:nvSpPr>
      <dsp:spPr>
        <a:xfrm>
          <a:off x="5526806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"May contain" warnings are voluntary and inconsistent</a:t>
          </a:r>
        </a:p>
      </dsp:txBody>
      <dsp:txXfrm>
        <a:off x="5606630" y="2239118"/>
        <a:ext cx="1475545" cy="14755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1595F-9679-48D9-A915-90C2E43EE000}">
      <dsp:nvSpPr>
        <dsp:cNvPr id="0" name=""/>
        <dsp:cNvSpPr/>
      </dsp:nvSpPr>
      <dsp:spPr>
        <a:xfrm>
          <a:off x="0" y="832730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Mobile app that scans food labels in real-time</a:t>
          </a:r>
        </a:p>
      </dsp:txBody>
      <dsp:txXfrm>
        <a:off x="29985" y="862715"/>
        <a:ext cx="6606863" cy="554280"/>
      </dsp:txXfrm>
    </dsp:sp>
    <dsp:sp modelId="{96BAD5E2-72CB-47D8-8D0A-14070741C071}">
      <dsp:nvSpPr>
        <dsp:cNvPr id="0" name=""/>
        <dsp:cNvSpPr/>
      </dsp:nvSpPr>
      <dsp:spPr>
        <a:xfrm>
          <a:off x="0" y="1694506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Instantly detects potential allergens</a:t>
          </a:r>
        </a:p>
      </dsp:txBody>
      <dsp:txXfrm>
        <a:off x="29985" y="1724491"/>
        <a:ext cx="6606863" cy="554280"/>
      </dsp:txXfrm>
    </dsp:sp>
    <dsp:sp modelId="{EE1AFB6E-F835-4E9E-B53A-02413FB66A77}">
      <dsp:nvSpPr>
        <dsp:cNvPr id="0" name=""/>
        <dsp:cNvSpPr/>
      </dsp:nvSpPr>
      <dsp:spPr>
        <a:xfrm>
          <a:off x="0" y="2511276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Works fully offline - no internet required</a:t>
          </a:r>
        </a:p>
      </dsp:txBody>
      <dsp:txXfrm>
        <a:off x="29985" y="2541261"/>
        <a:ext cx="6606863" cy="554280"/>
      </dsp:txXfrm>
    </dsp:sp>
    <dsp:sp modelId="{8902C1E8-E101-4F49-AF35-F268B77DA5A9}">
      <dsp:nvSpPr>
        <dsp:cNvPr id="0" name=""/>
        <dsp:cNvSpPr/>
      </dsp:nvSpPr>
      <dsp:spPr>
        <a:xfrm>
          <a:off x="0" y="3329675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Bilingual support (English/French)</a:t>
          </a:r>
        </a:p>
      </dsp:txBody>
      <dsp:txXfrm>
        <a:off x="29985" y="3359660"/>
        <a:ext cx="6606863" cy="554280"/>
      </dsp:txXfrm>
    </dsp:sp>
    <dsp:sp modelId="{03DE4279-2388-46B5-B91A-B47BF1FA2BA3}">
      <dsp:nvSpPr>
        <dsp:cNvPr id="0" name=""/>
        <dsp:cNvSpPr/>
      </dsp:nvSpPr>
      <dsp:spPr>
        <a:xfrm>
          <a:off x="0" y="4158093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Personalized to user's specific allergies</a:t>
          </a:r>
        </a:p>
      </dsp:txBody>
      <dsp:txXfrm>
        <a:off x="29985" y="4188078"/>
        <a:ext cx="6606863" cy="554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EABA9A-71DC-4287-AB2A-9A337747BD12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63B5AB-C47E-4361-968A-6ABEF907CF6E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1C14D-025E-43DD-8660-9067F0FF08FD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Scan</a:t>
          </a:r>
          <a:r>
            <a:rPr lang="en-IN" sz="2300" kern="1200" dirty="0"/>
            <a:t>: Point camera at ingredients list</a:t>
          </a:r>
          <a:endParaRPr lang="en-US" sz="2300" kern="1200" dirty="0"/>
        </a:p>
      </dsp:txBody>
      <dsp:txXfrm>
        <a:off x="1834517" y="469890"/>
        <a:ext cx="3148942" cy="1335915"/>
      </dsp:txXfrm>
    </dsp:sp>
    <dsp:sp modelId="{F859D743-A078-4E9B-A179-41A67059E51B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48C27E-FA9B-429E-AE62-CC2F4B09157A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359A4-45CE-4797-96E2-E866B9AE350D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Detect</a:t>
          </a:r>
          <a:r>
            <a:rPr lang="en-IN" sz="2300" kern="1200" dirty="0"/>
            <a:t>: AI identifies "Ingredients/</a:t>
          </a:r>
          <a:r>
            <a:rPr lang="en-IN" sz="2300" kern="1200" dirty="0" err="1"/>
            <a:t>Ingrédients</a:t>
          </a:r>
          <a:r>
            <a:rPr lang="en-IN" sz="2300" kern="1200" dirty="0"/>
            <a:t>" section</a:t>
          </a:r>
          <a:endParaRPr lang="en-US" sz="2300" kern="1200" dirty="0"/>
        </a:p>
      </dsp:txBody>
      <dsp:txXfrm>
        <a:off x="7154322" y="469890"/>
        <a:ext cx="3148942" cy="1335915"/>
      </dsp:txXfrm>
    </dsp:sp>
    <dsp:sp modelId="{5DCC9D72-1A09-47FC-8519-085963E463C2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D15796-69ED-4E0F-BB92-8D2BB51297DB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3E882-3D68-4827-A57C-7F45D789C373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 err="1"/>
            <a:t>Analyze</a:t>
          </a:r>
          <a:r>
            <a:rPr lang="en-IN" sz="2300" kern="1200" dirty="0"/>
            <a:t>: Scans for 200+ common Canadian food allergens</a:t>
          </a:r>
          <a:endParaRPr lang="en-US" sz="2300" kern="1200" dirty="0"/>
        </a:p>
      </dsp:txBody>
      <dsp:txXfrm>
        <a:off x="1834517" y="2545532"/>
        <a:ext cx="3148942" cy="1335915"/>
      </dsp:txXfrm>
    </dsp:sp>
    <dsp:sp modelId="{E4F3EA5F-7588-4076-A97D-0B666C446D8B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9BCA2D-6344-4D4E-B555-C0FA59D264B1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75C2A9-1B70-40D1-94F8-B6856EE799EB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Alert</a:t>
          </a:r>
          <a:r>
            <a:rPr lang="en-IN" sz="2300" kern="1200" dirty="0"/>
            <a:t>: Immediate notification of potential allergens</a:t>
          </a:r>
          <a:endParaRPr lang="en-US" sz="2300" kern="1200" dirty="0"/>
        </a:p>
      </dsp:txBody>
      <dsp:txXfrm>
        <a:off x="7154322" y="2545532"/>
        <a:ext cx="3148942" cy="13359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EA931-6E9B-4FD2-ABC7-2C5BC9C33394}">
      <dsp:nvSpPr>
        <dsp:cNvPr id="0" name=""/>
        <dsp:cNvSpPr/>
      </dsp:nvSpPr>
      <dsp:spPr>
        <a:xfrm>
          <a:off x="1963800" y="360982"/>
          <a:ext cx="1512000" cy="1512000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5B0C8-A0F4-4B32-84DF-26F9B5BECDAE}">
      <dsp:nvSpPr>
        <dsp:cNvPr id="0" name=""/>
        <dsp:cNvSpPr/>
      </dsp:nvSpPr>
      <dsp:spPr>
        <a:xfrm>
          <a:off x="559800" y="202904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b="1" kern="1200" dirty="0"/>
            <a:t>Smart Detection</a:t>
          </a:r>
          <a:endParaRPr lang="en-US" sz="3600" kern="1200" dirty="0"/>
        </a:p>
      </dsp:txBody>
      <dsp:txXfrm>
        <a:off x="559800" y="2029045"/>
        <a:ext cx="4320000" cy="648000"/>
      </dsp:txXfrm>
    </dsp:sp>
    <dsp:sp modelId="{D8E708DD-BFB5-456B-B326-A21FF31E83B4}">
      <dsp:nvSpPr>
        <dsp:cNvPr id="0" name=""/>
        <dsp:cNvSpPr/>
      </dsp:nvSpPr>
      <dsp:spPr>
        <a:xfrm>
          <a:off x="559800" y="2749633"/>
          <a:ext cx="4320000" cy="1240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kern="1200" dirty="0"/>
            <a:t>Recognizes both "Contains/</a:t>
          </a:r>
          <a:r>
            <a:rPr lang="en-IN" sz="1700" kern="1200" dirty="0" err="1"/>
            <a:t>Contient</a:t>
          </a:r>
          <a:r>
            <a:rPr lang="en-IN" sz="1700" kern="1200" dirty="0"/>
            <a:t>" and "May contain/</a:t>
          </a:r>
          <a:r>
            <a:rPr lang="en-IN" sz="1700" kern="1200" dirty="0" err="1"/>
            <a:t>Peut</a:t>
          </a:r>
          <a:r>
            <a:rPr lang="en-IN" sz="1700" kern="1200" dirty="0"/>
            <a:t> </a:t>
          </a:r>
          <a:r>
            <a:rPr lang="en-IN" sz="1700" kern="1200" dirty="0" err="1"/>
            <a:t>contenir</a:t>
          </a:r>
          <a:r>
            <a:rPr lang="en-IN" sz="1700" kern="1200" dirty="0"/>
            <a:t>"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kern="1200" dirty="0"/>
            <a:t>Handles bilingual labels seamlessly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kern="1200" dirty="0"/>
            <a:t>Works in various lighting conditions</a:t>
          </a:r>
          <a:endParaRPr lang="en-US" sz="1700" kern="1200" dirty="0"/>
        </a:p>
      </dsp:txBody>
      <dsp:txXfrm>
        <a:off x="559800" y="2749633"/>
        <a:ext cx="4320000" cy="1240722"/>
      </dsp:txXfrm>
    </dsp:sp>
    <dsp:sp modelId="{81C99EF0-BADB-4297-9353-80D63BCE66AC}">
      <dsp:nvSpPr>
        <dsp:cNvPr id="0" name=""/>
        <dsp:cNvSpPr/>
      </dsp:nvSpPr>
      <dsp:spPr>
        <a:xfrm>
          <a:off x="7039800" y="360982"/>
          <a:ext cx="1512000" cy="1512000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D0F4EA-65CC-4957-BBAD-E0177637811E}">
      <dsp:nvSpPr>
        <dsp:cNvPr id="0" name=""/>
        <dsp:cNvSpPr/>
      </dsp:nvSpPr>
      <dsp:spPr>
        <a:xfrm>
          <a:off x="5635800" y="202904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b="1" kern="1200" dirty="0"/>
            <a:t>User-Friendly</a:t>
          </a:r>
          <a:endParaRPr lang="en-US" sz="3600" kern="1200" dirty="0"/>
        </a:p>
      </dsp:txBody>
      <dsp:txXfrm>
        <a:off x="5635800" y="2029045"/>
        <a:ext cx="4320000" cy="648000"/>
      </dsp:txXfrm>
    </dsp:sp>
    <dsp:sp modelId="{D19EB0AA-1E96-42B4-93EC-B2D374928492}">
      <dsp:nvSpPr>
        <dsp:cNvPr id="0" name=""/>
        <dsp:cNvSpPr/>
      </dsp:nvSpPr>
      <dsp:spPr>
        <a:xfrm>
          <a:off x="5635800" y="2749633"/>
          <a:ext cx="4320000" cy="1240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Simple, intuitive interface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Color-coded results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Quick rescan option</a:t>
          </a:r>
          <a:endParaRPr lang="en-US" sz="1700" kern="1200"/>
        </a:p>
      </dsp:txBody>
      <dsp:txXfrm>
        <a:off x="5635800" y="2749633"/>
        <a:ext cx="4320000" cy="12407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CB7EF7-36CD-4E60-8D3E-6C834E8E2DB9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B688D-A802-41C8-B054-BEB4FA4BDDA4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4F01D2-AC7A-4964-B26A-B36662FD3002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Built with Flutter for cross-platform compatibility</a:t>
          </a:r>
          <a:endParaRPr lang="en-US" sz="1900" kern="1200"/>
        </a:p>
      </dsp:txBody>
      <dsp:txXfrm>
        <a:off x="836323" y="3399"/>
        <a:ext cx="9679276" cy="724089"/>
      </dsp:txXfrm>
    </dsp:sp>
    <dsp:sp modelId="{202A8A14-A4A4-4C1B-A0E2-21AE91FF7EA3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AAE53D-42F1-4AD9-B590-5F18D8699A9C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E80DB-5688-42AF-8A36-010D1A62C63E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Tesseract OCR for extracting ingredients from label</a:t>
          </a:r>
          <a:endParaRPr lang="en-US" sz="1900" kern="1200" dirty="0"/>
        </a:p>
      </dsp:txBody>
      <dsp:txXfrm>
        <a:off x="836323" y="908511"/>
        <a:ext cx="9679276" cy="724089"/>
      </dsp:txXfrm>
    </dsp:sp>
    <dsp:sp modelId="{A33DBEFC-47C8-48FF-B6AD-6873C871D181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C7055-513A-480C-B09C-5E7A4145AF20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A6E46-6EC9-40CE-95A0-E90F4231149D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On-device processing for maximum privacy</a:t>
          </a:r>
          <a:endParaRPr lang="en-US" sz="1900" kern="1200"/>
        </a:p>
      </dsp:txBody>
      <dsp:txXfrm>
        <a:off x="836323" y="1813624"/>
        <a:ext cx="9679276" cy="724089"/>
      </dsp:txXfrm>
    </dsp:sp>
    <dsp:sp modelId="{2B14FF8E-9F03-4B0D-9FE8-AB9A66FE47B1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5B05C6-C90E-48B3-93F5-BCB6756C9416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83304-E896-4C37-8E2A-411385D0E754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Lightweight (under 20MB app size)</a:t>
          </a:r>
          <a:endParaRPr lang="en-US" sz="1900" kern="1200"/>
        </a:p>
      </dsp:txBody>
      <dsp:txXfrm>
        <a:off x="836323" y="2718736"/>
        <a:ext cx="9679276" cy="724089"/>
      </dsp:txXfrm>
    </dsp:sp>
    <dsp:sp modelId="{811D8EB1-966E-40AD-AC05-6A101C12698C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D2CB02-37B5-4A84-9FAF-C5D264A91421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6FE4E6-B212-4AE2-A750-3085FFBDBDA0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No data collection - fully compliant with Canadian privacy laws</a:t>
          </a:r>
          <a:endParaRPr lang="en-US" sz="1900" kern="1200"/>
        </a:p>
      </dsp:txBody>
      <dsp:txXfrm>
        <a:off x="836323" y="3623848"/>
        <a:ext cx="9679276" cy="7240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7F18D-F1A1-47D9-913F-C8A6445F9F06}">
      <dsp:nvSpPr>
        <dsp:cNvPr id="0" name=""/>
        <dsp:cNvSpPr/>
      </dsp:nvSpPr>
      <dsp:spPr>
        <a:xfrm>
          <a:off x="2169914" y="459304"/>
          <a:ext cx="1512000" cy="1512000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3B0C25-69EA-43F6-A77A-26F187CD7899}">
      <dsp:nvSpPr>
        <dsp:cNvPr id="0" name=""/>
        <dsp:cNvSpPr/>
      </dsp:nvSpPr>
      <dsp:spPr>
        <a:xfrm>
          <a:off x="765914" y="211209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b="1" kern="1200"/>
            <a:t>Bilingual Support</a:t>
          </a:r>
          <a:r>
            <a:rPr lang="en-IN" sz="3600" kern="1200"/>
            <a:t>:</a:t>
          </a:r>
          <a:endParaRPr lang="en-US" sz="3600" kern="1200"/>
        </a:p>
      </dsp:txBody>
      <dsp:txXfrm>
        <a:off x="765914" y="2112095"/>
        <a:ext cx="4320000" cy="648000"/>
      </dsp:txXfrm>
    </dsp:sp>
    <dsp:sp modelId="{DFDC18D2-1D98-4BEC-9F49-1FB2B60A6F18}">
      <dsp:nvSpPr>
        <dsp:cNvPr id="0" name=""/>
        <dsp:cNvSpPr/>
      </dsp:nvSpPr>
      <dsp:spPr>
        <a:xfrm>
          <a:off x="765914" y="2825578"/>
          <a:ext cx="4320000" cy="907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English/French interface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Detects allergens in both languages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Canadian spelling variations</a:t>
          </a:r>
          <a:endParaRPr lang="en-US" sz="1700" kern="1200"/>
        </a:p>
      </dsp:txBody>
      <dsp:txXfrm>
        <a:off x="765914" y="2825578"/>
        <a:ext cx="4320000" cy="907921"/>
      </dsp:txXfrm>
    </dsp:sp>
    <dsp:sp modelId="{C2E6A248-C99C-4B9C-B890-0952DD72B703}">
      <dsp:nvSpPr>
        <dsp:cNvPr id="0" name=""/>
        <dsp:cNvSpPr/>
      </dsp:nvSpPr>
      <dsp:spPr>
        <a:xfrm>
          <a:off x="7245914" y="459304"/>
          <a:ext cx="1512000" cy="1512000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F597D4-4ADF-4C40-AE6E-9F8FE7FE39A5}">
      <dsp:nvSpPr>
        <dsp:cNvPr id="0" name=""/>
        <dsp:cNvSpPr/>
      </dsp:nvSpPr>
      <dsp:spPr>
        <a:xfrm>
          <a:off x="5841914" y="211209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b="1" kern="1200"/>
            <a:t>Localized Database</a:t>
          </a:r>
          <a:r>
            <a:rPr lang="en-IN" sz="3600" kern="1200"/>
            <a:t>:</a:t>
          </a:r>
          <a:endParaRPr lang="en-US" sz="3600" kern="1200"/>
        </a:p>
      </dsp:txBody>
      <dsp:txXfrm>
        <a:off x="5841914" y="2112095"/>
        <a:ext cx="4320000" cy="648000"/>
      </dsp:txXfrm>
    </dsp:sp>
    <dsp:sp modelId="{BC0F89D5-4DC9-4EFF-BBDD-62D59130627B}">
      <dsp:nvSpPr>
        <dsp:cNvPr id="0" name=""/>
        <dsp:cNvSpPr/>
      </dsp:nvSpPr>
      <dsp:spPr>
        <a:xfrm>
          <a:off x="5841914" y="2825578"/>
          <a:ext cx="4320000" cy="907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Canadian food regulations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Common Canadian brand names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Regional product variations</a:t>
          </a:r>
          <a:endParaRPr lang="en-US" sz="1700" kern="1200"/>
        </a:p>
      </dsp:txBody>
      <dsp:txXfrm>
        <a:off x="5841914" y="2825578"/>
        <a:ext cx="4320000" cy="90792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EBECF9-DCBD-4936-AA2C-BA1C763361F8}">
      <dsp:nvSpPr>
        <dsp:cNvPr id="0" name=""/>
        <dsp:cNvSpPr/>
      </dsp:nvSpPr>
      <dsp:spPr>
        <a:xfrm>
          <a:off x="0" y="324122"/>
          <a:ext cx="10927829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64850B-D706-441B-8C8D-B6AF900FC281}">
      <dsp:nvSpPr>
        <dsp:cNvPr id="0" name=""/>
        <dsp:cNvSpPr/>
      </dsp:nvSpPr>
      <dsp:spPr>
        <a:xfrm>
          <a:off x="546391" y="58442"/>
          <a:ext cx="7649480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Tested on 100+ Canadian food products</a:t>
          </a:r>
        </a:p>
      </dsp:txBody>
      <dsp:txXfrm>
        <a:off x="572330" y="84381"/>
        <a:ext cx="7597602" cy="479482"/>
      </dsp:txXfrm>
    </dsp:sp>
    <dsp:sp modelId="{E883062E-348A-4462-96B0-71BBE9D03DE7}">
      <dsp:nvSpPr>
        <dsp:cNvPr id="0" name=""/>
        <dsp:cNvSpPr/>
      </dsp:nvSpPr>
      <dsp:spPr>
        <a:xfrm>
          <a:off x="0" y="1140602"/>
          <a:ext cx="10927829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62B596-6091-4227-AE2D-68B8A54CCF69}">
      <dsp:nvSpPr>
        <dsp:cNvPr id="0" name=""/>
        <dsp:cNvSpPr/>
      </dsp:nvSpPr>
      <dsp:spPr>
        <a:xfrm>
          <a:off x="546391" y="874922"/>
          <a:ext cx="7649480" cy="53136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92% accuracy in allergen detection</a:t>
          </a:r>
        </a:p>
      </dsp:txBody>
      <dsp:txXfrm>
        <a:off x="572330" y="900861"/>
        <a:ext cx="7597602" cy="479482"/>
      </dsp:txXfrm>
    </dsp:sp>
    <dsp:sp modelId="{F66E2493-BF5C-4458-BBF1-A89F585716FA}">
      <dsp:nvSpPr>
        <dsp:cNvPr id="0" name=""/>
        <dsp:cNvSpPr/>
      </dsp:nvSpPr>
      <dsp:spPr>
        <a:xfrm>
          <a:off x="0" y="1957082"/>
          <a:ext cx="10927829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27248-5CC5-45AA-8612-01CD86BD0B06}">
      <dsp:nvSpPr>
        <dsp:cNvPr id="0" name=""/>
        <dsp:cNvSpPr/>
      </dsp:nvSpPr>
      <dsp:spPr>
        <a:xfrm>
          <a:off x="546391" y="1691402"/>
          <a:ext cx="7649480" cy="53136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Processes labels in under 5-10 seconds</a:t>
          </a:r>
        </a:p>
      </dsp:txBody>
      <dsp:txXfrm>
        <a:off x="572330" y="1717341"/>
        <a:ext cx="7597602" cy="479482"/>
      </dsp:txXfrm>
    </dsp:sp>
    <dsp:sp modelId="{91402098-E5C4-4776-8E21-CB20DA23080C}">
      <dsp:nvSpPr>
        <dsp:cNvPr id="0" name=""/>
        <dsp:cNvSpPr/>
      </dsp:nvSpPr>
      <dsp:spPr>
        <a:xfrm>
          <a:off x="0" y="2773562"/>
          <a:ext cx="10927829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74904" rIns="84812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Boxes, cans, bags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Different fonts and colors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Curved surfaces</a:t>
          </a:r>
        </a:p>
      </dsp:txBody>
      <dsp:txXfrm>
        <a:off x="0" y="2773562"/>
        <a:ext cx="10927829" cy="1360800"/>
      </dsp:txXfrm>
    </dsp:sp>
    <dsp:sp modelId="{0ED3329A-9E87-4112-9152-97AFFABAD519}">
      <dsp:nvSpPr>
        <dsp:cNvPr id="0" name=""/>
        <dsp:cNvSpPr/>
      </dsp:nvSpPr>
      <dsp:spPr>
        <a:xfrm>
          <a:off x="546391" y="2507882"/>
          <a:ext cx="7649480" cy="5313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Works with various packaging types:</a:t>
          </a:r>
        </a:p>
      </dsp:txBody>
      <dsp:txXfrm>
        <a:off x="572330" y="2533821"/>
        <a:ext cx="7597602" cy="47948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811BB-3264-4889-B93E-957E6F3CD610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Select your allergies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Choose language preference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Start scanning</a:t>
          </a:r>
          <a:endParaRPr lang="en-US" sz="2000" kern="1200"/>
        </a:p>
      </dsp:txBody>
      <dsp:txXfrm rot="-5400000">
        <a:off x="3785616" y="197117"/>
        <a:ext cx="6675221" cy="1012303"/>
      </dsp:txXfrm>
    </dsp:sp>
    <dsp:sp modelId="{A6E07896-536A-4EE7-84F8-278A262D12E0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b="1" kern="1200" dirty="0"/>
            <a:t>Simple Setup</a:t>
          </a:r>
          <a:endParaRPr lang="en-US" sz="3900" kern="1200" dirty="0"/>
        </a:p>
      </dsp:txBody>
      <dsp:txXfrm>
        <a:off x="68454" y="70578"/>
        <a:ext cx="3648708" cy="1265378"/>
      </dsp:txXfrm>
    </dsp:sp>
    <dsp:sp modelId="{4BC086A1-63F1-4D0C-9D7D-0F357915AA38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Green: Safe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Yellow: May contain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Red: Contains allergens</a:t>
          </a:r>
          <a:endParaRPr lang="en-US" sz="2000" kern="1200"/>
        </a:p>
      </dsp:txBody>
      <dsp:txXfrm rot="-5400000">
        <a:off x="3785616" y="1669517"/>
        <a:ext cx="6675221" cy="1012303"/>
      </dsp:txXfrm>
    </dsp:sp>
    <dsp:sp modelId="{B0487DB7-AFF0-43AD-965C-F4978FE20B68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b="1" kern="1200" dirty="0"/>
            <a:t>Clear Feedback</a:t>
          </a:r>
          <a:endParaRPr lang="en-US" sz="3900" kern="1200" dirty="0"/>
        </a:p>
      </dsp:txBody>
      <dsp:txXfrm>
        <a:off x="68454" y="1542979"/>
        <a:ext cx="3648708" cy="1265378"/>
      </dsp:txXfrm>
    </dsp:sp>
    <dsp:sp modelId="{80301808-B13B-4E8C-8DD8-76B5E4E58172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High contrast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Large text options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Haptic feedback</a:t>
          </a:r>
          <a:endParaRPr lang="en-US" sz="2000" kern="1200"/>
        </a:p>
      </dsp:txBody>
      <dsp:txXfrm rot="-5400000">
        <a:off x="3785616" y="3141918"/>
        <a:ext cx="6675221" cy="1012303"/>
      </dsp:txXfrm>
    </dsp:sp>
    <dsp:sp modelId="{1653FB6C-AF3E-48B6-875E-01347D387378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b="1" kern="1200" dirty="0"/>
            <a:t>Accessible Design</a:t>
          </a:r>
          <a:endParaRPr lang="en-US" sz="3900" kern="1200" dirty="0"/>
        </a:p>
      </dsp:txBody>
      <dsp:txXfrm>
        <a:off x="68454" y="3015380"/>
        <a:ext cx="3648708" cy="12653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ABBC6-FEF0-467E-8173-FEC4C3AB0351}">
      <dsp:nvSpPr>
        <dsp:cNvPr id="0" name=""/>
        <dsp:cNvSpPr/>
      </dsp:nvSpPr>
      <dsp:spPr>
        <a:xfrm>
          <a:off x="1963800" y="501529"/>
          <a:ext cx="1512000" cy="1512000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9155B-00AB-4593-9B55-4E0959D30BA3}">
      <dsp:nvSpPr>
        <dsp:cNvPr id="0" name=""/>
        <dsp:cNvSpPr/>
      </dsp:nvSpPr>
      <dsp:spPr>
        <a:xfrm>
          <a:off x="559800" y="215750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 dirty="0"/>
            <a:t>For Users</a:t>
          </a:r>
          <a:endParaRPr lang="en-US" sz="3600" kern="1200" dirty="0"/>
        </a:p>
      </dsp:txBody>
      <dsp:txXfrm>
        <a:off x="559800" y="2157505"/>
        <a:ext cx="4320000" cy="648000"/>
      </dsp:txXfrm>
    </dsp:sp>
    <dsp:sp modelId="{63762B3C-BC0C-4CD1-A39A-2D31D5026FB6}">
      <dsp:nvSpPr>
        <dsp:cNvPr id="0" name=""/>
        <dsp:cNvSpPr/>
      </dsp:nvSpPr>
      <dsp:spPr>
        <a:xfrm>
          <a:off x="559800" y="2872471"/>
          <a:ext cx="4320000" cy="97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Peace of mind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Saves time reading labels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Reduces allergy risks</a:t>
          </a:r>
        </a:p>
      </dsp:txBody>
      <dsp:txXfrm>
        <a:off x="559800" y="2872471"/>
        <a:ext cx="4320000" cy="977336"/>
      </dsp:txXfrm>
    </dsp:sp>
    <dsp:sp modelId="{74179D98-F54A-406D-8151-C9DECA092BB0}">
      <dsp:nvSpPr>
        <dsp:cNvPr id="0" name=""/>
        <dsp:cNvSpPr/>
      </dsp:nvSpPr>
      <dsp:spPr>
        <a:xfrm>
          <a:off x="7039800" y="501529"/>
          <a:ext cx="1512000" cy="1512000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C8F36-9077-4927-9FA4-477EC898DD79}">
      <dsp:nvSpPr>
        <dsp:cNvPr id="0" name=""/>
        <dsp:cNvSpPr/>
      </dsp:nvSpPr>
      <dsp:spPr>
        <a:xfrm>
          <a:off x="5635800" y="215750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 dirty="0"/>
            <a:t>For Canada</a:t>
          </a:r>
          <a:endParaRPr lang="en-US" sz="3600" kern="1200" dirty="0"/>
        </a:p>
      </dsp:txBody>
      <dsp:txXfrm>
        <a:off x="5635800" y="2157505"/>
        <a:ext cx="4320000" cy="648000"/>
      </dsp:txXfrm>
    </dsp:sp>
    <dsp:sp modelId="{A6A0BB1F-AF61-4C80-A3B1-4DEAEE0FC3C0}">
      <dsp:nvSpPr>
        <dsp:cNvPr id="0" name=""/>
        <dsp:cNvSpPr/>
      </dsp:nvSpPr>
      <dsp:spPr>
        <a:xfrm>
          <a:off x="5635800" y="2872471"/>
          <a:ext cx="4320000" cy="97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Supports food safety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Promotes accessibility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Complements healthcare system</a:t>
          </a:r>
        </a:p>
      </dsp:txBody>
      <dsp:txXfrm>
        <a:off x="5635800" y="2872471"/>
        <a:ext cx="4320000" cy="97733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FE47D8-19AB-470F-B185-DFCC05B197B1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A337A-3196-40C7-BA71-7CD0C214CFED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95AA1-079D-461C-91FB-188FD3670BD0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Barcode scanning for faster lookups</a:t>
          </a:r>
        </a:p>
      </dsp:txBody>
      <dsp:txXfrm>
        <a:off x="1172126" y="908559"/>
        <a:ext cx="2114937" cy="897246"/>
      </dsp:txXfrm>
    </dsp:sp>
    <dsp:sp modelId="{BE763AA6-C709-410E-A002-3F30D99B4B09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E3AD83-0E8A-4784-96CA-521281C44938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C0291-AAE5-4F84-8DA3-734FE660361F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Integration with Canadian food recall system</a:t>
          </a:r>
        </a:p>
      </dsp:txBody>
      <dsp:txXfrm>
        <a:off x="4745088" y="908559"/>
        <a:ext cx="2114937" cy="897246"/>
      </dsp:txXfrm>
    </dsp:sp>
    <dsp:sp modelId="{3A4E31E7-60CF-493C-A115-138B81284D77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2CDD9-0C93-4A72-82D9-DF6301374A17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CF8AA-D476-465E-9BF5-0908381E9D10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Support for Indigenous languages</a:t>
          </a:r>
        </a:p>
      </dsp:txBody>
      <dsp:txXfrm>
        <a:off x="8318049" y="908559"/>
        <a:ext cx="2114937" cy="897246"/>
      </dsp:txXfrm>
    </dsp:sp>
    <dsp:sp modelId="{98B77F92-DA60-4DC6-945F-A36BEFF47FFA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2FA018-2EEB-4B58-8351-C476B39F8AF2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4DBCA-4EBB-46AC-8962-AD06901784A8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Community-sourced database updates</a:t>
          </a:r>
        </a:p>
      </dsp:txBody>
      <dsp:txXfrm>
        <a:off x="1172126" y="2545532"/>
        <a:ext cx="2114937" cy="897246"/>
      </dsp:txXfrm>
    </dsp:sp>
    <dsp:sp modelId="{FF4D6801-AD30-4FEF-BA19-8EE6186E7D8A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81794E-90F5-4207-A3F8-B08EF31B87BF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62CE7C-11F1-4E51-80B8-AD65C85C9499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Integration with healthcare providers</a:t>
          </a:r>
        </a:p>
      </dsp:txBody>
      <dsp:txXfrm>
        <a:off x="4745088" y="2545532"/>
        <a:ext cx="2114937" cy="89724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06FF57-ED3B-4FF1-A561-9A8738337BDC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4100" kern="1200" dirty="0"/>
            <a:t>Multi-strategy OCR</a:t>
          </a:r>
          <a:endParaRPr lang="en-US" sz="4100" kern="1200" dirty="0"/>
        </a:p>
      </dsp:txBody>
      <dsp:txXfrm rot="-5400000">
        <a:off x="3785616" y="197117"/>
        <a:ext cx="6675221" cy="1012303"/>
      </dsp:txXfrm>
    </dsp:sp>
    <dsp:sp modelId="{54A4085A-A1C5-4C99-A3EA-818F76EA0A68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b="1" kern="1200" dirty="0"/>
            <a:t>Varying label formats</a:t>
          </a:r>
          <a:endParaRPr lang="en-US" sz="3900" b="1" kern="1200" dirty="0"/>
        </a:p>
      </dsp:txBody>
      <dsp:txXfrm>
        <a:off x="68454" y="70578"/>
        <a:ext cx="3648708" cy="1265378"/>
      </dsp:txXfrm>
    </dsp:sp>
    <dsp:sp modelId="{84FDC4C9-DB1D-49E4-8743-5A9539D0B29E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4100" kern="1200" dirty="0"/>
            <a:t>Dual-language processing</a:t>
          </a:r>
          <a:endParaRPr lang="en-US" sz="4100" kern="1200" dirty="0"/>
        </a:p>
      </dsp:txBody>
      <dsp:txXfrm rot="-5400000">
        <a:off x="3785616" y="1669517"/>
        <a:ext cx="6675221" cy="1012303"/>
      </dsp:txXfrm>
    </dsp:sp>
    <dsp:sp modelId="{0AE7B4AE-3565-4014-ACAB-85E41379E1A2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b="1" kern="1200" dirty="0"/>
            <a:t>Bilingual detection</a:t>
          </a:r>
          <a:endParaRPr lang="en-US" sz="3900" b="1" kern="1200" dirty="0"/>
        </a:p>
      </dsp:txBody>
      <dsp:txXfrm>
        <a:off x="68454" y="1542979"/>
        <a:ext cx="3648708" cy="1265378"/>
      </dsp:txXfrm>
    </dsp:sp>
    <dsp:sp modelId="{CAD228F7-6CA1-4C2D-82CE-03AF6E988CC0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4100" kern="1200"/>
            <a:t>Smart </a:t>
          </a:r>
          <a:r>
            <a:rPr lang="en-IN" sz="4100" kern="1200" dirty="0"/>
            <a:t>image enhancement</a:t>
          </a:r>
          <a:endParaRPr lang="en-US" sz="4100" kern="1200" dirty="0"/>
        </a:p>
      </dsp:txBody>
      <dsp:txXfrm rot="-5400000">
        <a:off x="3785616" y="3141918"/>
        <a:ext cx="6675221" cy="1012303"/>
      </dsp:txXfrm>
    </dsp:sp>
    <dsp:sp modelId="{C53E8588-2A3E-4140-AE32-803526342B08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b="1" kern="1200" dirty="0"/>
            <a:t>Low-light conditions</a:t>
          </a:r>
          <a:endParaRPr lang="en-US" sz="3900" b="1" kern="1200" dirty="0"/>
        </a:p>
      </dsp:txBody>
      <dsp:txXfrm>
        <a:off x="68454" y="3015380"/>
        <a:ext cx="3648708" cy="126537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A5484-E509-4661-93F7-9F9CA2F60B2B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31CE68-CB62-4E84-8667-7FF85FE8E9E8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F54826-99AE-4832-909F-19A55C00A84C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AllerScan addresses a critical need in Canadian food safety</a:t>
          </a:r>
        </a:p>
      </dsp:txBody>
      <dsp:txXfrm>
        <a:off x="1948202" y="368029"/>
        <a:ext cx="3233964" cy="1371985"/>
      </dsp:txXfrm>
    </dsp:sp>
    <dsp:sp modelId="{B278AC37-9054-4948-93E4-2109ADA9C1BA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584770-5291-4CE5-BC6D-7030806DAB59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FE1419-8260-41AF-834C-A33D0A50AECB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Combines cutting-edge technology with practical utility</a:t>
          </a:r>
        </a:p>
      </dsp:txBody>
      <dsp:txXfrm>
        <a:off x="7411643" y="368029"/>
        <a:ext cx="3233964" cy="1371985"/>
      </dsp:txXfrm>
    </dsp:sp>
    <dsp:sp modelId="{5146DC92-545E-4E51-B5D4-68C86DDA2633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5F9326-4BF7-4D94-A1DF-137159A71041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FB54E9-E757-458E-91DE-D4F687D819C5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Has the potential to improve lives of millions of Canadians</a:t>
          </a:r>
        </a:p>
      </dsp:txBody>
      <dsp:txXfrm>
        <a:off x="1948202" y="2452790"/>
        <a:ext cx="3233964" cy="1371985"/>
      </dsp:txXfrm>
    </dsp:sp>
    <dsp:sp modelId="{B4B5ECB2-215E-4AD6-8783-0C0D8E87972C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9C5263-5D0F-41FD-B550-7C232DBF9780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C39B37-373C-46A3-B5F3-72B1946E351F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Strong foundation for future development</a:t>
          </a:r>
        </a:p>
      </dsp:txBody>
      <dsp:txXfrm>
        <a:off x="7411643" y="2452790"/>
        <a:ext cx="3233964" cy="137198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8D3C82-2ECD-4E90-8CE7-3789A789C131}">
      <dsp:nvSpPr>
        <dsp:cNvPr id="0" name=""/>
        <dsp:cNvSpPr/>
      </dsp:nvSpPr>
      <dsp:spPr>
        <a:xfrm>
          <a:off x="0" y="640043"/>
          <a:ext cx="10515600" cy="1786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874776" rIns="816127" bIns="298704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200" kern="1200" dirty="0"/>
            <a:t>Dr. Lydia Bouzar-Benlabiod</a:t>
          </a:r>
        </a:p>
      </dsp:txBody>
      <dsp:txXfrm>
        <a:off x="0" y="640043"/>
        <a:ext cx="10515600" cy="1786050"/>
      </dsp:txXfrm>
    </dsp:sp>
    <dsp:sp modelId="{730B1CCF-77B1-4AF7-B6D0-DF843DE0ED66}">
      <dsp:nvSpPr>
        <dsp:cNvPr id="0" name=""/>
        <dsp:cNvSpPr/>
      </dsp:nvSpPr>
      <dsp:spPr>
        <a:xfrm>
          <a:off x="525780" y="20123"/>
          <a:ext cx="7360920" cy="123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1" kern="1200"/>
            <a:t>Special Thanks</a:t>
          </a:r>
          <a:r>
            <a:rPr lang="en-US" sz="4200" kern="1200"/>
            <a:t>:</a:t>
          </a:r>
        </a:p>
      </dsp:txBody>
      <dsp:txXfrm>
        <a:off x="586304" y="80647"/>
        <a:ext cx="7239872" cy="1118792"/>
      </dsp:txXfrm>
    </dsp:sp>
    <dsp:sp modelId="{A5433AB3-158D-4088-9AE9-81EA0C235DCC}">
      <dsp:nvSpPr>
        <dsp:cNvPr id="0" name=""/>
        <dsp:cNvSpPr/>
      </dsp:nvSpPr>
      <dsp:spPr>
        <a:xfrm>
          <a:off x="0" y="3272814"/>
          <a:ext cx="10515600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14130-9923-41E4-B937-27A3C0009CBF}">
      <dsp:nvSpPr>
        <dsp:cNvPr id="0" name=""/>
        <dsp:cNvSpPr/>
      </dsp:nvSpPr>
      <dsp:spPr>
        <a:xfrm>
          <a:off x="525780" y="2652893"/>
          <a:ext cx="7360920" cy="123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b="1" kern="1200"/>
            <a:t>Questions?</a:t>
          </a:r>
          <a:endParaRPr lang="en-US" sz="4200" kern="1200"/>
        </a:p>
      </dsp:txBody>
      <dsp:txXfrm>
        <a:off x="586304" y="2713417"/>
        <a:ext cx="7239872" cy="1118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B04E-065C-3C99-3BCB-69195E5F6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49CAA2-71E2-DB3D-4359-ACD851A3A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C20FC-A2B2-6A9F-B85D-BDD1F7493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6AEA5-6157-4B1B-8EF1-0BEECDE9057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46CC8-C87D-F6CE-E428-3ACB2A99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40605-AA94-C0F1-D954-CB020373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BB2C-18EB-4C9A-9491-13CB57BBB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0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888C-E971-10BD-ED47-462B7DF0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940ED-AF7F-2D8A-6916-3C0AC4994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8D177-3EB6-9C96-BE14-2DEC4489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6AEA5-6157-4B1B-8EF1-0BEECDE9057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FFE09-1DAF-82C4-782C-BCEC8C8C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D34A4-7592-EBAD-4729-E8B0FBEE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BB2C-18EB-4C9A-9491-13CB57BBB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045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9A29A-9F0C-6ED6-314A-244F82B7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E24E0-53E1-F1CE-07F4-5C7056F08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AE588-3C6C-E82C-9216-517E615F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6AEA5-6157-4B1B-8EF1-0BEECDE9057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42CD9-DDAD-BC95-6F6E-AE2D3F692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42541-BA35-7EF4-97F4-A5435129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BB2C-18EB-4C9A-9491-13CB57BBB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28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CF37-501A-F1A5-863A-599DD1012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F8D4-7849-2E69-38A8-A14926BE3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D285A-300A-655A-158A-0FB9F632C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D7E29-260E-13B2-E589-418429A5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6AEA5-6157-4B1B-8EF1-0BEECDE9057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5BC9E-5856-7EFF-5508-013362083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EC77F-1688-8FEA-64D8-8F5A30199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BB2C-18EB-4C9A-9491-13CB57BBB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45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C9A56-A80C-E262-EB11-A1D75319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446D9-B8D6-C6F9-E8E7-46725F7B8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C89C2-54CE-4F1E-8ADC-AD24E42ED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2F7938-5281-7ECC-BCD0-5A1CE348F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54A0E-E935-806C-77DF-AD12EA5FC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36DD0-3A7C-4E9E-D352-561562645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6AEA5-6157-4B1B-8EF1-0BEECDE9057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5E0E8F-2B2F-9D83-E336-00067DCF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6F5FE4-4048-F6A3-AB60-A6970981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BB2C-18EB-4C9A-9491-13CB57BBB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07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6BD8A-BE41-958B-5F41-7F36EBEF8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97A134-90FF-50AE-7CF3-D64BE4CE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6AEA5-6157-4B1B-8EF1-0BEECDE9057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B6891-F629-7EBE-A68A-330C8585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76063-CC8E-9DF7-7E6B-F78950DC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BB2C-18EB-4C9A-9491-13CB57BBB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60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B0627-8BC2-EB49-441A-57EDD144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6AEA5-6157-4B1B-8EF1-0BEECDE9057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09688B-08B3-C8DE-3170-512A5784C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8A94C-49FB-08F1-C8FC-025248459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BB2C-18EB-4C9A-9491-13CB57BBB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026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D0E7-9AEC-2946-2FFA-214FC558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DE482-2419-F79D-E9EB-086883AFC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CA049-9D44-8AE9-5D43-C1EDFBBE8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F21A9-5D10-435F-614D-2506DD29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6AEA5-6157-4B1B-8EF1-0BEECDE9057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D87B7-9533-FFAA-90BD-4B45A3377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720A0-6CC8-E38D-1226-1E067CE40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BB2C-18EB-4C9A-9491-13CB57BBB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20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2AFE-88AA-82AD-64BA-534C20B6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2A5BFD-CE52-42EE-8057-AFD7F6E0EE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D6ECD-5622-68F7-2CEB-CE31E4F30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9D261-AC00-F670-13AC-B252632BD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6AEA5-6157-4B1B-8EF1-0BEECDE9057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8D723-B901-DD09-65F2-BEAA78E0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D5A96-E964-BF02-7516-B8C47B70B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BB2C-18EB-4C9A-9491-13CB57BBB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968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8730-08CB-8251-8D37-D33FE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FC055-E545-0218-95E9-C042AFC23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A6BA1-A237-EA22-CFE2-C24CE6E40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6AEA5-6157-4B1B-8EF1-0BEECDE9057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08B27-3452-25FF-7A35-6AB5A803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87CE5-8935-04F1-5A8A-32465669E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BB2C-18EB-4C9A-9491-13CB57BBB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47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16709-9724-D60F-CC49-B1698B10E8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3EF5A8-299A-104D-433D-952EAC4C8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2933A-6474-9433-8A8E-59B7A39A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6AEA5-6157-4B1B-8EF1-0BEECDE9057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79A85-F3EA-3A18-6CC9-E24731957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A2677-4C72-C328-49D0-95B174D2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BB2C-18EB-4C9A-9491-13CB57BBB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912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D0591-BD54-FF65-722E-B5766BAB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4C4A1-36A4-7632-85B4-2CD2D8BBA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0E9D5-541A-CD1C-028F-BA1CDBB28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6AEA5-6157-4B1B-8EF1-0BEECDE9057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891D4-9D4A-3FC5-8144-7A13663FB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42B3A-6DF0-C80C-97E3-D2AC65883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ABB2C-18EB-4C9A-9491-13CB57BBB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74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7E010-58A8-CB82-CABB-E3108A344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CA" sz="7200" b="1" dirty="0">
                <a:solidFill>
                  <a:srgbClr val="FFFFFF"/>
                </a:solidFill>
              </a:rPr>
              <a:t>AllerScan</a:t>
            </a:r>
            <a:endParaRPr lang="en-IN" sz="7200" b="1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7763A-DBBB-6150-0A57-1E7A4D3E6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Autofit/>
          </a:bodyPr>
          <a:lstStyle/>
          <a:p>
            <a:r>
              <a:rPr lang="en-CA" sz="2800" dirty="0">
                <a:solidFill>
                  <a:srgbClr val="FFFFFF"/>
                </a:solidFill>
              </a:rPr>
              <a:t>Manav Patel 0301184p</a:t>
            </a:r>
          </a:p>
          <a:p>
            <a:r>
              <a:rPr lang="en-CA" sz="2800" dirty="0">
                <a:solidFill>
                  <a:srgbClr val="FFFFFF"/>
                </a:solidFill>
              </a:rPr>
              <a:t>Capstone Project</a:t>
            </a:r>
            <a:endParaRPr lang="en-IN" sz="2800" dirty="0">
              <a:solidFill>
                <a:srgbClr val="FFFFFF"/>
              </a:solidFill>
            </a:endParaRPr>
          </a:p>
          <a:p>
            <a:r>
              <a:rPr lang="en-CA" sz="2800" dirty="0">
                <a:solidFill>
                  <a:srgbClr val="FFFFFF"/>
                </a:solidFill>
              </a:rPr>
              <a:t>Supervisor: Dr. Lydia Bouzar-Benlabiod</a:t>
            </a:r>
          </a:p>
        </p:txBody>
      </p:sp>
    </p:spTree>
    <p:extLst>
      <p:ext uri="{BB962C8B-B14F-4D97-AF65-F5344CB8AC3E}">
        <p14:creationId xmlns:p14="http://schemas.microsoft.com/office/powerpoint/2010/main" val="2051839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1D7AF6-96F7-D93C-98D8-EFBB15DB1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CA" sz="4000" b="1">
                <a:solidFill>
                  <a:srgbClr val="FFFFFF"/>
                </a:solidFill>
              </a:rPr>
              <a:t>The Canadian Context</a:t>
            </a:r>
            <a:endParaRPr lang="en-IN" sz="4000" b="1">
              <a:solidFill>
                <a:srgbClr val="FFFFFF"/>
              </a:solidFill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3B6E42F3-895D-C6CE-12C0-6FB5FEEE28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42663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9161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25F1C8-6609-3150-7597-086F4190D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CA" sz="4000" b="1">
                <a:solidFill>
                  <a:srgbClr val="FFFFFF"/>
                </a:solidFill>
              </a:rPr>
              <a:t>Our Solution</a:t>
            </a:r>
            <a:endParaRPr lang="en-IN" sz="4000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3CA52A-3AA1-DEB6-D82B-97C84A6C4C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233961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802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59601-4938-072B-C276-0EA3A0E3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How It Works (1/2)</a:t>
            </a:r>
            <a:endParaRPr lang="en-IN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100A73-B752-9B61-C16F-4CBC22C381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848763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281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EA51-C1C6-D8DC-0572-73627FE90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How It Works (2/2)</a:t>
            </a:r>
            <a:endParaRPr lang="en-IN" b="1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739FF55-7E5B-C147-BD90-8FEA2369AF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55359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2375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CFB31-0BF4-F293-548D-273C6DFB3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Technical Highlights</a:t>
            </a:r>
            <a:endParaRPr lang="en-IN" b="1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BC0BE056-602E-EA25-B687-2BCEFD0C4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3898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7589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63BC8-9D8D-2237-B736-F9DDDA936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CA" sz="4000" b="1">
                <a:solidFill>
                  <a:srgbClr val="FFFFFF"/>
                </a:solidFill>
              </a:rPr>
              <a:t>Canadian-Specific Features</a:t>
            </a:r>
            <a:endParaRPr lang="en-IN" sz="4000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A216D1-5B2E-1C0B-165D-5B94A8464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666966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8724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ACD27-0A18-0F64-4A8B-FCDBC66D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CA" sz="4000" b="1">
                <a:solidFill>
                  <a:srgbClr val="FFFFFF"/>
                </a:solidFill>
              </a:rPr>
              <a:t>Testing &amp; Results</a:t>
            </a:r>
            <a:endParaRPr lang="en-IN" sz="4000" b="1">
              <a:solidFill>
                <a:srgbClr val="FFFFFF"/>
              </a:solidFill>
            </a:endParaRP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B70EA074-AA82-4DAC-9BF9-CD86EE2378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286989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0001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13AEC-7584-7430-1BCF-7B8BD1A3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User Experience</a:t>
            </a:r>
            <a:endParaRPr lang="en-IN" b="1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17062DD4-C7D3-5676-70C3-A650875F6F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85704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5599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303E-6C8E-D320-8240-36ED2762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Impacts &amp; Benefits</a:t>
            </a:r>
            <a:endParaRPr lang="en-IN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CC3F76-C5CD-2A8D-9A60-40C6736478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116439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5527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C0B0-363B-6FC8-3B03-31108BB8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Future Enhancements</a:t>
            </a:r>
            <a:endParaRPr lang="en-IN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AB14D2-8685-F19C-B9B9-4656C8C2ED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538139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2321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94B859-2A44-7077-E4AA-F1DB7C92A9E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055" b="1067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96DDB8-5BDB-1D3F-7CE5-5A3668F0F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Challenges &amp; Solutions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EF23CE-6023-A9E2-819C-5F3D8C66B0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914908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43842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4DC7E-DAFA-9632-522A-1EBE6756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26547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24288-74FD-6D66-7091-8F859F3B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CA" sz="4000" b="1">
                <a:solidFill>
                  <a:srgbClr val="FFFFFF"/>
                </a:solidFill>
              </a:rPr>
              <a:t>Conclusion</a:t>
            </a:r>
            <a:endParaRPr lang="en-IN" sz="4000" b="1">
              <a:solidFill>
                <a:srgbClr val="FFFFFF"/>
              </a:solidFill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A63452C-6D46-55B1-6DC2-EDE893DCC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817676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7264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E176-A211-4348-29D2-36281C03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Thank You</a:t>
            </a:r>
            <a:endParaRPr lang="en-IN" b="1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D8E9A3B-E1ED-E0EF-E6D5-D7025BB531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87587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1160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413</Words>
  <Application>Microsoft Office PowerPoint</Application>
  <PresentationFormat>Widescreen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AllerScan</vt:lpstr>
      <vt:lpstr>The Canadian Context</vt:lpstr>
      <vt:lpstr>Our Solution</vt:lpstr>
      <vt:lpstr>How It Works (1/2)</vt:lpstr>
      <vt:lpstr>How It Works (2/2)</vt:lpstr>
      <vt:lpstr>Technical Highlights</vt:lpstr>
      <vt:lpstr>Canadian-Specific Features</vt:lpstr>
      <vt:lpstr>Testing &amp; Results</vt:lpstr>
      <vt:lpstr>User Experience</vt:lpstr>
      <vt:lpstr>Impacts &amp; Benefits</vt:lpstr>
      <vt:lpstr>Future Enhancements</vt:lpstr>
      <vt:lpstr>Challenges &amp; Solutions</vt:lpstr>
      <vt:lpstr>Demo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Manav Patel</dc:creator>
  <cp:lastModifiedBy>Manav Patel</cp:lastModifiedBy>
  <cp:revision>2</cp:revision>
  <dcterms:created xsi:type="dcterms:W3CDTF">2025-11-16T21:10:58Z</dcterms:created>
  <dcterms:modified xsi:type="dcterms:W3CDTF">2025-11-19T18:50:03Z</dcterms:modified>
</cp:coreProperties>
</file>